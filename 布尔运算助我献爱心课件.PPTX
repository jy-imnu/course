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66" r:id="rId4"/>
    <p:sldId id="259" r:id="rId5"/>
    <p:sldId id="260" r:id="rId6"/>
    <p:sldId id="261" r:id="rId7"/>
    <p:sldId id="262" r:id="rId8"/>
    <p:sldId id="263" r:id="rId9"/>
    <p:sldId id="265" r:id="rId10"/>
    <p:sldId id="270" r:id="rId11"/>
    <p:sldId id="271" r:id="rId12"/>
    <p:sldId id="264" r:id="rId13"/>
    <p:sldId id="267" r:id="rId14"/>
    <p:sldId id="268" r:id="rId15"/>
    <p:sldId id="273" r:id="rId16"/>
    <p:sldId id="272" r:id="rId17"/>
  </p:sldIdLst>
  <p:sldSz cx="12192000" cy="6858000"/>
  <p:notesSz cx="6858000" cy="9144000"/>
  <p:defaultTextStyle>
    <a:defPPr>
      <a:defRPr lang="zh-CN"/>
    </a:defPPr>
    <a:lvl1pPr marL="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657F"/>
    <a:srgbClr val="E55171"/>
    <a:srgbClr val="E75F7C"/>
    <a:srgbClr val="EEB3EF"/>
    <a:srgbClr val="F3AFBE"/>
    <a:srgbClr val="23B0C1"/>
    <a:srgbClr val="54C9C6"/>
    <a:srgbClr val="E5F1F1"/>
    <a:srgbClr val="F6640A"/>
    <a:srgbClr val="BD65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1" autoAdjust="0"/>
    <p:restoredTop sz="94660"/>
  </p:normalViewPr>
  <p:slideViewPr>
    <p:cSldViewPr snapToGrid="0" showGuides="1">
      <p:cViewPr varScale="1">
        <p:scale>
          <a:sx n="55" d="100"/>
          <a:sy n="55" d="100"/>
        </p:scale>
        <p:origin x="28" y="24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 6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4" b="10210"/>
          <a:stretch/>
        </p:blipFill>
        <p:spPr>
          <a:xfrm>
            <a:off x="0" y="266700"/>
            <a:ext cx="12192000" cy="6682112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2852469" y="2182488"/>
            <a:ext cx="6843623" cy="1455039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4000" b="1" kern="1000" baseline="0">
                <a:solidFill>
                  <a:srgbClr val="853689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2836884" y="3913969"/>
            <a:ext cx="6860269" cy="48461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8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</p:spTree>
    <p:extLst>
      <p:ext uri="{BB962C8B-B14F-4D97-AF65-F5344CB8AC3E}">
        <p14:creationId xmlns:p14="http://schemas.microsoft.com/office/powerpoint/2010/main" val="23229963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>
          <p15:clr>
            <a:srgbClr val="FBAE40"/>
          </p15:clr>
        </p15:guide>
        <p15:guide id="2" pos="6623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1800" b="0"/>
            </a:lvl2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0523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2098676" y="2108202"/>
            <a:ext cx="7994651" cy="1235075"/>
          </a:xfrm>
        </p:spPr>
        <p:txBody>
          <a:bodyPr anchor="b">
            <a:normAutofit/>
          </a:bodyPr>
          <a:lstStyle>
            <a:lvl1pPr algn="ctr">
              <a:defRPr sz="3200">
                <a:solidFill>
                  <a:schemeClr val="accent1"/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4050894" y="3400425"/>
            <a:ext cx="4090217" cy="357478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8333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399823" y="1244603"/>
            <a:ext cx="5080000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6519334" y="1244603"/>
            <a:ext cx="5094116" cy="49323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319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2302932" y="118532"/>
            <a:ext cx="9312101" cy="71702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9436" y="1376362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1099436" y="2200274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31847" y="1376362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135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6431847" y="2200274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698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079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190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144591" y="533402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5487989" y="1063631"/>
            <a:ext cx="6172200" cy="4873625"/>
          </a:xfrm>
        </p:spPr>
        <p:txBody>
          <a:bodyPr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144591" y="2133602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717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246192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5442833" y="987429"/>
            <a:ext cx="617220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1246192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383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53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10171291" y="365125"/>
            <a:ext cx="118251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2113843" y="365125"/>
            <a:ext cx="7933269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165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5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/>
          </a:p>
        </p:txBody>
      </p:sp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838200" y="6451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D73E4AC-BD21-40D3-9ACF-964EB0F16268}" type="datetimeFigureOut">
              <a:rPr lang="zh-CN" altLang="en-US" smtClean="0"/>
              <a:t>2020/2/18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4038600" y="645160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8610600" y="645160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B9E7496B-DFAC-44BF-BE0C-D4190D7B5FC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571499" y="1121434"/>
            <a:ext cx="10934699" cy="53119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71499" y="166056"/>
            <a:ext cx="10934701" cy="641842"/>
          </a:xfrm>
          <a:prstGeom prst="rect">
            <a:avLst/>
          </a:prstGeo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141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1" i="0" kern="1200" baseline="0">
          <a:solidFill>
            <a:schemeClr val="accent1">
              <a:lumMod val="75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361950" indent="-361950" algn="just" defTabSz="685800" rtl="0" eaLnBrk="1" latinLnBrk="0" hangingPunct="1">
        <a:lnSpc>
          <a:spcPct val="110000"/>
        </a:lnSpc>
        <a:spcBef>
          <a:spcPts val="1200"/>
        </a:spcBef>
        <a:spcAft>
          <a:spcPts val="0"/>
        </a:spcAft>
        <a:buClr>
          <a:schemeClr val="accent1"/>
        </a:buClr>
        <a:buSzPct val="80000"/>
        <a:buFont typeface="Webdings" panose="05030102010509060703" pitchFamily="18" charset="2"/>
        <a:buChar char="Ù"/>
        <a:defRPr lang="zh-CN" altLang="en-US" sz="2400" b="1" kern="1200" baseline="0" dirty="0" smtClean="0">
          <a:solidFill>
            <a:schemeClr val="accent1">
              <a:lumMod val="75000"/>
            </a:schemeClr>
          </a:solidFill>
          <a:latin typeface="+mn-ea"/>
          <a:ea typeface="+mn-ea"/>
          <a:cs typeface="+mn-cs"/>
        </a:defRPr>
      </a:lvl1pPr>
      <a:lvl2pPr marL="361950" indent="-361950" algn="just" defTabSz="6858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8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5.jpg"/><Relationship Id="rId7" Type="http://schemas.openxmlformats.org/officeDocument/2006/relationships/image" Target="../media/image9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10" Type="http://schemas.microsoft.com/office/2007/relationships/hdphoto" Target="../media/hdphoto2.wdp"/><Relationship Id="rId4" Type="http://schemas.openxmlformats.org/officeDocument/2006/relationships/image" Target="../media/image6.jp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4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3.wdp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7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microsoft.com/office/2007/relationships/hdphoto" Target="../media/hdphoto6.wdp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CD89B5-29FB-40BD-951C-3A0542A7C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49" y="2177161"/>
            <a:ext cx="6843623" cy="1455039"/>
          </a:xfrm>
        </p:spPr>
        <p:txBody>
          <a:bodyPr/>
          <a:lstStyle/>
          <a:p>
            <a:r>
              <a:rPr lang="zh-CN" altLang="en-US" dirty="0"/>
              <a:t>布尔运算助我献爱心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2AC59CE-556E-4411-B12A-13A99CB49BE1}"/>
              </a:ext>
            </a:extLst>
          </p:cNvPr>
          <p:cNvSpPr txBox="1"/>
          <p:nvPr/>
        </p:nvSpPr>
        <p:spPr>
          <a:xfrm>
            <a:off x="10633977" y="-414677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1F2777-164E-4F3F-B340-63E892C2C04F}"/>
              </a:ext>
            </a:extLst>
          </p:cNvPr>
          <p:cNvSpPr txBox="1"/>
          <p:nvPr/>
        </p:nvSpPr>
        <p:spPr>
          <a:xfrm>
            <a:off x="8577942" y="5370286"/>
            <a:ext cx="3309257" cy="11573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23B0C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指导老师：王素坤</a:t>
            </a:r>
            <a:endParaRPr lang="en-US" altLang="zh-CN" sz="2800" dirty="0">
              <a:solidFill>
                <a:srgbClr val="23B0C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solidFill>
                  <a:srgbClr val="23B0C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讲课人：贾越</a:t>
            </a:r>
          </a:p>
        </p:txBody>
      </p:sp>
    </p:spTree>
    <p:extLst>
      <p:ext uri="{BB962C8B-B14F-4D97-AF65-F5344CB8AC3E}">
        <p14:creationId xmlns:p14="http://schemas.microsoft.com/office/powerpoint/2010/main" val="1396349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1E339FC1-D750-4BC6-9258-5E3DF2EA0F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0350" y="3147785"/>
            <a:ext cx="2743825" cy="349329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160F227-5537-4431-968B-BCE2629EAF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196" y="599894"/>
            <a:ext cx="5287853" cy="396588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C35F81-0555-4E21-B710-EA8BC7EF0584}"/>
              </a:ext>
            </a:extLst>
          </p:cNvPr>
          <p:cNvSpPr txBox="1"/>
          <p:nvPr/>
        </p:nvSpPr>
        <p:spPr>
          <a:xfrm>
            <a:off x="10750934" y="-404045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4512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112E-17 2.59259E-6 L 0.32995 -0.00857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497" y="-44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8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1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E3EF9A8B-8F98-49E8-AF2D-97FFA390C45C}"/>
              </a:ext>
            </a:extLst>
          </p:cNvPr>
          <p:cNvGrpSpPr/>
          <p:nvPr/>
        </p:nvGrpSpPr>
        <p:grpSpPr>
          <a:xfrm>
            <a:off x="7976322" y="707313"/>
            <a:ext cx="14091164" cy="2448000"/>
            <a:chOff x="-1233779" y="3615766"/>
            <a:chExt cx="14091164" cy="2448000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D412BD1D-1BEB-4297-BF27-5DD328112AE8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27275" y="3615766"/>
              <a:ext cx="1908000" cy="2448000"/>
            </a:xfrm>
            <a:prstGeom prst="rect">
              <a:avLst/>
            </a:prstGeom>
          </p:spPr>
        </p:pic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1A97A629-4D0A-48C5-822D-13B8B6293B70}"/>
                </a:ext>
              </a:extLst>
            </p:cNvPr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7802" y="3615766"/>
              <a:ext cx="1908000" cy="2448000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F9C491F2-E251-46F5-9356-4DC2D267EB77}"/>
                </a:ext>
              </a:extLst>
            </p:cNvPr>
            <p:cNvPicPr>
              <a:picLocks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88329" y="3615766"/>
              <a:ext cx="1908000" cy="2448000"/>
            </a:xfrm>
            <a:prstGeom prst="rect">
              <a:avLst/>
            </a:prstGeom>
          </p:spPr>
        </p:pic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56333BB2-DB93-45A6-BFEF-82130261340F}"/>
                </a:ext>
              </a:extLst>
            </p:cNvPr>
            <p:cNvPicPr>
              <a:picLocks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969" r="13934"/>
            <a:stretch/>
          </p:blipFill>
          <p:spPr>
            <a:xfrm>
              <a:off x="10949385" y="3615766"/>
              <a:ext cx="1908000" cy="244800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CAC96C55-24C2-4785-BD0C-5B50DE55C7F4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233779" y="3615766"/>
              <a:ext cx="1908000" cy="2448000"/>
            </a:xfrm>
            <a:prstGeom prst="rect">
              <a:avLst/>
            </a:prstGeom>
          </p:spPr>
        </p:pic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CC903C06-A201-4C33-BFA9-398F0C667486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44" r="16968"/>
            <a:stretch/>
          </p:blipFill>
          <p:spPr>
            <a:xfrm>
              <a:off x="796748" y="3615766"/>
              <a:ext cx="1908000" cy="2448000"/>
            </a:xfrm>
            <a:prstGeom prst="rect">
              <a:avLst/>
            </a:prstGeom>
          </p:spPr>
        </p:pic>
        <p:pic>
          <p:nvPicPr>
            <p:cNvPr id="28" name="图片 27">
              <a:extLst>
                <a:ext uri="{FF2B5EF4-FFF2-40B4-BE49-F238E27FC236}">
                  <a16:creationId xmlns:a16="http://schemas.microsoft.com/office/drawing/2014/main" id="{B848C2B3-EEBD-4529-96EF-A02D515EAC8B}"/>
                </a:ext>
              </a:extLst>
            </p:cNvPr>
            <p:cNvPicPr>
              <a:picLocks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744" r="16968"/>
            <a:stretch/>
          </p:blipFill>
          <p:spPr>
            <a:xfrm>
              <a:off x="8918856" y="3615766"/>
              <a:ext cx="1908000" cy="2448000"/>
            </a:xfrm>
            <a:prstGeom prst="rect">
              <a:avLst/>
            </a:prstGeom>
          </p:spPr>
        </p:pic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119302D5-E3A1-486D-9E53-C1A4BDF4C1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8182" l="9722" r="96875">
                        <a14:foregroundMark x1="63542" y1="72727" x2="82986" y2="73182"/>
                        <a14:foregroundMark x1="81250" y1="76818" x2="84375" y2="70000"/>
                        <a14:foregroundMark x1="82292" y1="76818" x2="84028" y2="75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308" y="-207527"/>
            <a:ext cx="6785332" cy="5183240"/>
          </a:xfrm>
          <a:prstGeom prst="rect">
            <a:avLst/>
          </a:prstGeom>
        </p:spPr>
      </p:pic>
      <p:sp>
        <p:nvSpPr>
          <p:cNvPr id="30" name="矩形 29">
            <a:extLst>
              <a:ext uri="{FF2B5EF4-FFF2-40B4-BE49-F238E27FC236}">
                <a16:creationId xmlns:a16="http://schemas.microsoft.com/office/drawing/2014/main" id="{1EE62D87-477C-4394-9AEB-DDB23D98370F}"/>
              </a:ext>
            </a:extLst>
          </p:cNvPr>
          <p:cNvSpPr/>
          <p:nvPr/>
        </p:nvSpPr>
        <p:spPr>
          <a:xfrm>
            <a:off x="0" y="315686"/>
            <a:ext cx="3200400" cy="3570514"/>
          </a:xfrm>
          <a:prstGeom prst="rect">
            <a:avLst/>
          </a:prstGeom>
          <a:solidFill>
            <a:srgbClr val="E5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EB4F8DB-4C9F-4770-9097-EB55345EDEC3}"/>
              </a:ext>
            </a:extLst>
          </p:cNvPr>
          <p:cNvSpPr/>
          <p:nvPr/>
        </p:nvSpPr>
        <p:spPr>
          <a:xfrm>
            <a:off x="7950704" y="685541"/>
            <a:ext cx="4219524" cy="3342173"/>
          </a:xfrm>
          <a:prstGeom prst="rect">
            <a:avLst/>
          </a:prstGeom>
          <a:solidFill>
            <a:srgbClr val="E5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FB6BEC9-4B2F-4683-8C8C-4D8423C6E49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2545" b="99636" l="926" r="98611">
                        <a14:backgroundMark x1="12500" y1="88364" x2="11574" y2="91273"/>
                        <a14:backgroundMark x1="6019" y1="93091" x2="4630" y2="99636"/>
                        <a14:backgroundMark x1="6019" y1="93455" x2="0" y2="99636"/>
                        <a14:backgroundMark x1="6481" y1="93455" x2="6481" y2="93455"/>
                        <a14:backgroundMark x1="15741" y1="25818" x2="19907" y2="2145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021" y="3133541"/>
            <a:ext cx="2743825" cy="3493296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A9934CA-6A36-4A64-8AE0-D6FCAE8B8837}"/>
              </a:ext>
            </a:extLst>
          </p:cNvPr>
          <p:cNvSpPr txBox="1"/>
          <p:nvPr/>
        </p:nvSpPr>
        <p:spPr>
          <a:xfrm>
            <a:off x="10750934" y="-404045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42241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1.25E-6 0.01598 L -1.18698 0.00834 " pathEditMode="relative" rAng="0" ptsTypes="AA">
                                      <p:cBhvr>
                                        <p:cTn id="9" dur="7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9349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B1BCFF7-677C-43B4-AC01-BEDF94653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537866" y="2924716"/>
            <a:ext cx="2743825" cy="349329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3D58EF-AD11-4116-9A7A-F280239226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123" y="779573"/>
            <a:ext cx="6223000" cy="466090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37928" lon="2403721" rev="47452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7E6BB0-D618-424E-8314-E7FEEB4D3A1A}"/>
              </a:ext>
            </a:extLst>
          </p:cNvPr>
          <p:cNvSpPr txBox="1"/>
          <p:nvPr/>
        </p:nvSpPr>
        <p:spPr>
          <a:xfrm>
            <a:off x="10761567" y="-393412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143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4" presetClass="path" presetSubtype="0" accel="50000" decel="5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4.58333E-6 1.48148E-6 L -0.26862 1.48148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438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52369EEB-9881-4F4C-A5F5-F94D75D6F5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273" b="97818" l="2315" r="89815">
                        <a14:backgroundMark x1="20833" y1="20727" x2="12963" y2="3127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01874" y="2732075"/>
            <a:ext cx="2764584" cy="3519724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183AE13-4742-4A9C-8520-5D870F687A8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180" b="90191" l="8182" r="8818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363" t="-2098" r="54509" b="27221"/>
          <a:stretch/>
        </p:blipFill>
        <p:spPr>
          <a:xfrm>
            <a:off x="11868016" y="3160150"/>
            <a:ext cx="2895842" cy="3697850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C27FBCA-97AD-4D5E-8C5A-CCE98CD6D46C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D1FADDD-C02F-4F8E-B3E5-BECFD2D27A5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15" b="76296" l="34167" r="49375"/>
                    </a14:imgEffect>
                  </a14:imgLayer>
                </a14:imgProps>
              </a:ext>
            </a:extLst>
          </a:blip>
          <a:srcRect l="32354" t="43255" r="49414" b="22945"/>
          <a:stretch/>
        </p:blipFill>
        <p:spPr>
          <a:xfrm>
            <a:off x="3950208" y="1638305"/>
            <a:ext cx="4291584" cy="4475271"/>
          </a:xfrm>
          <a:prstGeom prst="rect">
            <a:avLst/>
          </a:prstGeom>
        </p:spPr>
      </p:pic>
      <p:sp>
        <p:nvSpPr>
          <p:cNvPr id="5" name="思想气泡: 云 4">
            <a:extLst>
              <a:ext uri="{FF2B5EF4-FFF2-40B4-BE49-F238E27FC236}">
                <a16:creationId xmlns:a16="http://schemas.microsoft.com/office/drawing/2014/main" id="{65B2F0B0-3DC3-4A0D-A800-292F3270F1B5}"/>
              </a:ext>
            </a:extLst>
          </p:cNvPr>
          <p:cNvSpPr/>
          <p:nvPr/>
        </p:nvSpPr>
        <p:spPr>
          <a:xfrm>
            <a:off x="1799316" y="298832"/>
            <a:ext cx="2913343" cy="2043586"/>
          </a:xfrm>
          <a:prstGeom prst="cloudCallout">
            <a:avLst>
              <a:gd name="adj1" fmla="val -29592"/>
              <a:gd name="adj2" fmla="val 72385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我们能为他们做些什么呢？</a:t>
            </a:r>
          </a:p>
        </p:txBody>
      </p:sp>
      <p:sp>
        <p:nvSpPr>
          <p:cNvPr id="9" name="思想气泡: 云 8">
            <a:extLst>
              <a:ext uri="{FF2B5EF4-FFF2-40B4-BE49-F238E27FC236}">
                <a16:creationId xmlns:a16="http://schemas.microsoft.com/office/drawing/2014/main" id="{8E7A9B11-1BC6-41FB-8E02-978BFF186D77}"/>
              </a:ext>
            </a:extLst>
          </p:cNvPr>
          <p:cNvSpPr/>
          <p:nvPr/>
        </p:nvSpPr>
        <p:spPr>
          <a:xfrm>
            <a:off x="7608237" y="298832"/>
            <a:ext cx="3247605" cy="2043586"/>
          </a:xfrm>
          <a:prstGeom prst="cloudCallout">
            <a:avLst>
              <a:gd name="adj1" fmla="val 37926"/>
              <a:gd name="adj2" fmla="val 76027"/>
            </a:avLst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我们可以举行爱心活动，号召同学们捐赠书籍！</a:t>
            </a:r>
          </a:p>
        </p:txBody>
      </p:sp>
      <p:sp>
        <p:nvSpPr>
          <p:cNvPr id="10" name="思想气泡: 云 9">
            <a:extLst>
              <a:ext uri="{FF2B5EF4-FFF2-40B4-BE49-F238E27FC236}">
                <a16:creationId xmlns:a16="http://schemas.microsoft.com/office/drawing/2014/main" id="{AA75ED57-8118-4339-AE3C-83F4E323E5F9}"/>
              </a:ext>
            </a:extLst>
          </p:cNvPr>
          <p:cNvSpPr/>
          <p:nvPr/>
        </p:nvSpPr>
        <p:spPr>
          <a:xfrm>
            <a:off x="1790434" y="335399"/>
            <a:ext cx="2913343" cy="2043586"/>
          </a:xfrm>
          <a:prstGeom prst="cloudCallout">
            <a:avLst>
              <a:gd name="adj1" fmla="val -29592"/>
              <a:gd name="adj2" fmla="val 72385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首先，我们一起用</a:t>
            </a:r>
            <a:r>
              <a:rPr lang="en-US" altLang="zh-CN" dirty="0"/>
              <a:t>3Done</a:t>
            </a:r>
            <a:r>
              <a:rPr lang="zh-CN" altLang="en-US" dirty="0"/>
              <a:t>做一个爱心箱吧！</a:t>
            </a:r>
          </a:p>
        </p:txBody>
      </p:sp>
    </p:spTree>
    <p:extLst>
      <p:ext uri="{BB962C8B-B14F-4D97-AF65-F5344CB8AC3E}">
        <p14:creationId xmlns:p14="http://schemas.microsoft.com/office/powerpoint/2010/main" val="53791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2.5E-6 -0.00416 L -0.26641 -0.07615 " pathEditMode="relative" rAng="0" ptsTypes="AA">
                                      <p:cBhvr>
                                        <p:cTn id="1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320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0DAC9B-FBEA-4A74-B0D3-C5704EBDF666}"/>
              </a:ext>
            </a:extLst>
          </p:cNvPr>
          <p:cNvSpPr/>
          <p:nvPr/>
        </p:nvSpPr>
        <p:spPr>
          <a:xfrm>
            <a:off x="3603274" y="2371912"/>
            <a:ext cx="5128327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9600" b="1" cap="none" spc="0" dirty="0">
                <a:ln w="28575">
                  <a:solidFill>
                    <a:schemeClr val="accent6">
                      <a:lumMod val="75000"/>
                    </a:schemeClr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effectLst/>
              </a:rPr>
              <a:t>布尔运算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2C98AB-D366-4BF8-8FA4-3256EBDEDF60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3477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77DB5A28-9CA5-42CD-8E78-A742F1F16C61}"/>
              </a:ext>
            </a:extLst>
          </p:cNvPr>
          <p:cNvSpPr/>
          <p:nvPr/>
        </p:nvSpPr>
        <p:spPr>
          <a:xfrm>
            <a:off x="499600" y="115614"/>
            <a:ext cx="3704538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28575">
                  <a:noFill/>
                  <a:prstDash val="solid"/>
                </a:ln>
                <a:gradFill flip="none" rotWithShape="1">
                  <a:gsLst>
                    <a:gs pos="0">
                      <a:schemeClr val="accent6">
                        <a:lumMod val="75000"/>
                      </a:schemeClr>
                    </a:gs>
                    <a:gs pos="50000">
                      <a:schemeClr val="accent6">
                        <a:lumMod val="60000"/>
                        <a:lumOff val="40000"/>
                      </a:schemeClr>
                    </a:gs>
                    <a:gs pos="100000">
                      <a:schemeClr val="accent6">
                        <a:lumMod val="40000"/>
                        <a:lumOff val="60000"/>
                      </a:schemeClr>
                    </a:gs>
                  </a:gsLst>
                  <a:lin ang="2700000" scaled="1"/>
                  <a:tileRect/>
                </a:gradFill>
                <a:effectLst/>
              </a:rPr>
              <a:t>布尔运算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A93EDE79-F5DA-4E63-B0ED-6BC69003C4C4}"/>
              </a:ext>
            </a:extLst>
          </p:cNvPr>
          <p:cNvGrpSpPr/>
          <p:nvPr/>
        </p:nvGrpSpPr>
        <p:grpSpPr>
          <a:xfrm>
            <a:off x="1364263" y="2106242"/>
            <a:ext cx="2138677" cy="2112579"/>
            <a:chOff x="1459960" y="2194377"/>
            <a:chExt cx="2138677" cy="2112579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2695EC7-38E6-4CB8-8B44-6824BE0CC371}"/>
                </a:ext>
              </a:extLst>
            </p:cNvPr>
            <p:cNvGrpSpPr/>
            <p:nvPr/>
          </p:nvGrpSpPr>
          <p:grpSpPr>
            <a:xfrm>
              <a:off x="1459960" y="2194377"/>
              <a:ext cx="2138677" cy="2112579"/>
              <a:chOff x="7201100" y="1143344"/>
              <a:chExt cx="2138677" cy="2112579"/>
            </a:xfrm>
          </p:grpSpPr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64343A5D-1A14-4B5D-9959-CD70740EF510}"/>
                  </a:ext>
                </a:extLst>
              </p:cNvPr>
              <p:cNvSpPr/>
              <p:nvPr/>
            </p:nvSpPr>
            <p:spPr>
              <a:xfrm>
                <a:off x="7227198" y="1143344"/>
                <a:ext cx="2112579" cy="211257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739DF191-D392-4A19-9005-9AB9CD4B4525}"/>
                  </a:ext>
                </a:extLst>
              </p:cNvPr>
              <p:cNvSpPr/>
              <p:nvPr/>
            </p:nvSpPr>
            <p:spPr>
              <a:xfrm rot="9345177">
                <a:off x="7227197" y="1143344"/>
                <a:ext cx="2112579" cy="2112579"/>
              </a:xfrm>
              <a:prstGeom prst="ellipse">
                <a:avLst/>
              </a:prstGeom>
              <a:gradFill>
                <a:gsLst>
                  <a:gs pos="65752">
                    <a:srgbClr val="FDD990"/>
                  </a:gs>
                  <a:gs pos="40000">
                    <a:schemeClr val="bg1">
                      <a:alpha val="0"/>
                    </a:schemeClr>
                  </a:gs>
                  <a:gs pos="98000">
                    <a:srgbClr val="FAA906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" name="椭圆 8">
                <a:extLst>
                  <a:ext uri="{FF2B5EF4-FFF2-40B4-BE49-F238E27FC236}">
                    <a16:creationId xmlns:a16="http://schemas.microsoft.com/office/drawing/2014/main" id="{CC7A9C1F-6DDB-4CBD-BD53-DD360EBE4A55}"/>
                  </a:ext>
                </a:extLst>
              </p:cNvPr>
              <p:cNvSpPr/>
              <p:nvPr/>
            </p:nvSpPr>
            <p:spPr>
              <a:xfrm rot="12446202">
                <a:off x="7201100" y="1143344"/>
                <a:ext cx="2112579" cy="2112579"/>
              </a:xfrm>
              <a:prstGeom prst="ellipse">
                <a:avLst/>
              </a:prstGeom>
              <a:gradFill>
                <a:gsLst>
                  <a:gs pos="21000">
                    <a:schemeClr val="bg1">
                      <a:alpha val="0"/>
                    </a:schemeClr>
                  </a:gs>
                  <a:gs pos="98000">
                    <a:srgbClr val="FF0000">
                      <a:alpha val="76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2" name="加号 11">
              <a:extLst>
                <a:ext uri="{FF2B5EF4-FFF2-40B4-BE49-F238E27FC236}">
                  <a16:creationId xmlns:a16="http://schemas.microsoft.com/office/drawing/2014/main" id="{7C32A22A-621A-4404-8CC6-0658FC03F804}"/>
                </a:ext>
              </a:extLst>
            </p:cNvPr>
            <p:cNvSpPr/>
            <p:nvPr/>
          </p:nvSpPr>
          <p:spPr>
            <a:xfrm>
              <a:off x="1622186" y="2515284"/>
              <a:ext cx="1840320" cy="1553246"/>
            </a:xfrm>
            <a:prstGeom prst="mathPlu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4C4A27D2-FA9A-4592-9448-15988DAE0582}"/>
              </a:ext>
            </a:extLst>
          </p:cNvPr>
          <p:cNvGrpSpPr/>
          <p:nvPr/>
        </p:nvGrpSpPr>
        <p:grpSpPr>
          <a:xfrm>
            <a:off x="9041218" y="2144588"/>
            <a:ext cx="2138677" cy="2112579"/>
            <a:chOff x="5114912" y="2207842"/>
            <a:chExt cx="2138677" cy="211257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8DA07E64-598C-41FA-836C-F3F60EAAE1E1}"/>
                </a:ext>
              </a:extLst>
            </p:cNvPr>
            <p:cNvGrpSpPr/>
            <p:nvPr/>
          </p:nvGrpSpPr>
          <p:grpSpPr>
            <a:xfrm>
              <a:off x="5114912" y="2207842"/>
              <a:ext cx="2138677" cy="2112579"/>
              <a:chOff x="7201100" y="1143344"/>
              <a:chExt cx="2138677" cy="2112579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7785F6BB-3E54-448C-8D9B-95AE8A88DB8F}"/>
                  </a:ext>
                </a:extLst>
              </p:cNvPr>
              <p:cNvSpPr/>
              <p:nvPr/>
            </p:nvSpPr>
            <p:spPr>
              <a:xfrm>
                <a:off x="7227198" y="1143344"/>
                <a:ext cx="2112579" cy="211257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74A0C20-BC9B-4E11-8760-0BD3D83699B3}"/>
                  </a:ext>
                </a:extLst>
              </p:cNvPr>
              <p:cNvSpPr/>
              <p:nvPr/>
            </p:nvSpPr>
            <p:spPr>
              <a:xfrm rot="9345177">
                <a:off x="7227197" y="1143344"/>
                <a:ext cx="2112579" cy="2112579"/>
              </a:xfrm>
              <a:prstGeom prst="ellipse">
                <a:avLst/>
              </a:prstGeom>
              <a:gradFill>
                <a:gsLst>
                  <a:gs pos="65752">
                    <a:srgbClr val="FDD990"/>
                  </a:gs>
                  <a:gs pos="40000">
                    <a:schemeClr val="bg1">
                      <a:alpha val="0"/>
                    </a:schemeClr>
                  </a:gs>
                  <a:gs pos="98000">
                    <a:srgbClr val="FAA906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F033B583-A9DF-4849-A1D3-00BB178B3D13}"/>
                  </a:ext>
                </a:extLst>
              </p:cNvPr>
              <p:cNvSpPr/>
              <p:nvPr/>
            </p:nvSpPr>
            <p:spPr>
              <a:xfrm rot="12446202">
                <a:off x="7201100" y="1143344"/>
                <a:ext cx="2112579" cy="2112579"/>
              </a:xfrm>
              <a:prstGeom prst="ellipse">
                <a:avLst/>
              </a:prstGeom>
              <a:gradFill>
                <a:gsLst>
                  <a:gs pos="21000">
                    <a:schemeClr val="bg1">
                      <a:alpha val="0"/>
                    </a:schemeClr>
                  </a:gs>
                  <a:gs pos="98000">
                    <a:srgbClr val="FF0000">
                      <a:alpha val="76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8" name="减号 17">
              <a:extLst>
                <a:ext uri="{FF2B5EF4-FFF2-40B4-BE49-F238E27FC236}">
                  <a16:creationId xmlns:a16="http://schemas.microsoft.com/office/drawing/2014/main" id="{EF10EF26-3B8E-461A-AFF7-BA26939452E2}"/>
                </a:ext>
              </a:extLst>
            </p:cNvPr>
            <p:cNvSpPr/>
            <p:nvPr/>
          </p:nvSpPr>
          <p:spPr>
            <a:xfrm>
              <a:off x="5347969" y="2330033"/>
              <a:ext cx="1698658" cy="1950678"/>
            </a:xfrm>
            <a:prstGeom prst="mathMinus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01C6306-D211-4E34-906B-1057646F463E}"/>
              </a:ext>
            </a:extLst>
          </p:cNvPr>
          <p:cNvGrpSpPr/>
          <p:nvPr/>
        </p:nvGrpSpPr>
        <p:grpSpPr>
          <a:xfrm>
            <a:off x="5063174" y="2129533"/>
            <a:ext cx="2138677" cy="2139509"/>
            <a:chOff x="8961257" y="2194377"/>
            <a:chExt cx="2138677" cy="2139509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336EFB20-1B32-4318-A357-6081DB0BA5EE}"/>
                </a:ext>
              </a:extLst>
            </p:cNvPr>
            <p:cNvGrpSpPr/>
            <p:nvPr/>
          </p:nvGrpSpPr>
          <p:grpSpPr>
            <a:xfrm>
              <a:off x="8961257" y="2194377"/>
              <a:ext cx="2138677" cy="2112579"/>
              <a:chOff x="7201100" y="1143344"/>
              <a:chExt cx="2138677" cy="2112579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74B41E46-34D7-4490-B695-B3A424CB5C96}"/>
                  </a:ext>
                </a:extLst>
              </p:cNvPr>
              <p:cNvSpPr/>
              <p:nvPr/>
            </p:nvSpPr>
            <p:spPr>
              <a:xfrm>
                <a:off x="7227198" y="1143344"/>
                <a:ext cx="2112579" cy="2112579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solidFill>
                  <a:schemeClr val="accent6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850B3F51-BA6E-4AD4-ABCE-3F08F90E77C3}"/>
                  </a:ext>
                </a:extLst>
              </p:cNvPr>
              <p:cNvSpPr/>
              <p:nvPr/>
            </p:nvSpPr>
            <p:spPr>
              <a:xfrm rot="9345177">
                <a:off x="7227197" y="1143344"/>
                <a:ext cx="2112579" cy="2112579"/>
              </a:xfrm>
              <a:prstGeom prst="ellipse">
                <a:avLst/>
              </a:prstGeom>
              <a:gradFill>
                <a:gsLst>
                  <a:gs pos="65752">
                    <a:srgbClr val="FDD990"/>
                  </a:gs>
                  <a:gs pos="40000">
                    <a:schemeClr val="bg1">
                      <a:alpha val="0"/>
                    </a:schemeClr>
                  </a:gs>
                  <a:gs pos="98000">
                    <a:srgbClr val="FAA906"/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27A27DC3-985A-416C-A8D4-A159D21096A5}"/>
                  </a:ext>
                </a:extLst>
              </p:cNvPr>
              <p:cNvSpPr/>
              <p:nvPr/>
            </p:nvSpPr>
            <p:spPr>
              <a:xfrm rot="12446202">
                <a:off x="7201100" y="1143344"/>
                <a:ext cx="2112579" cy="2112579"/>
              </a:xfrm>
              <a:prstGeom prst="ellipse">
                <a:avLst/>
              </a:prstGeom>
              <a:gradFill>
                <a:gsLst>
                  <a:gs pos="21000">
                    <a:schemeClr val="bg1">
                      <a:alpha val="0"/>
                    </a:schemeClr>
                  </a:gs>
                  <a:gs pos="98000">
                    <a:srgbClr val="FF0000">
                      <a:alpha val="76000"/>
                    </a:srgb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3" name="乘号 22">
              <a:extLst>
                <a:ext uri="{FF2B5EF4-FFF2-40B4-BE49-F238E27FC236}">
                  <a16:creationId xmlns:a16="http://schemas.microsoft.com/office/drawing/2014/main" id="{2001C683-A67F-4DDC-B666-FB2F9BAECA33}"/>
                </a:ext>
              </a:extLst>
            </p:cNvPr>
            <p:cNvSpPr/>
            <p:nvPr/>
          </p:nvSpPr>
          <p:spPr>
            <a:xfrm>
              <a:off x="9216740" y="2355952"/>
              <a:ext cx="1671321" cy="1977934"/>
            </a:xfrm>
            <a:prstGeom prst="mathMultiply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C7B6DE4B-C350-47C4-9F25-1D6BC5DB793A}"/>
              </a:ext>
            </a:extLst>
          </p:cNvPr>
          <p:cNvSpPr/>
          <p:nvPr/>
        </p:nvSpPr>
        <p:spPr>
          <a:xfrm>
            <a:off x="1526489" y="4661786"/>
            <a:ext cx="1976451" cy="72593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加运算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B3AE32D3-8A68-4B6B-9AB5-CEF9318586D5}"/>
              </a:ext>
            </a:extLst>
          </p:cNvPr>
          <p:cNvSpPr/>
          <p:nvPr/>
        </p:nvSpPr>
        <p:spPr>
          <a:xfrm>
            <a:off x="9203025" y="4700130"/>
            <a:ext cx="1976451" cy="72593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减运算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D504F44E-1F7C-4D22-9F6F-242FEE7C18AF}"/>
              </a:ext>
            </a:extLst>
          </p:cNvPr>
          <p:cNvSpPr/>
          <p:nvPr/>
        </p:nvSpPr>
        <p:spPr>
          <a:xfrm>
            <a:off x="5310082" y="4698540"/>
            <a:ext cx="1976451" cy="725933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交运算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A601816-9658-4FA3-98B9-EF131CF7B1CB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4883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250"/>
                            </p:stCondLst>
                            <p:childTnLst>
                              <p:par>
                                <p:cTn id="14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6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250"/>
                            </p:stCondLst>
                            <p:childTnLst>
                              <p:par>
                                <p:cTn id="23" presetID="6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菱形 4">
            <a:extLst>
              <a:ext uri="{FF2B5EF4-FFF2-40B4-BE49-F238E27FC236}">
                <a16:creationId xmlns:a16="http://schemas.microsoft.com/office/drawing/2014/main" id="{3685AF14-E27D-4238-A7C5-06DE2B754106}"/>
              </a:ext>
            </a:extLst>
          </p:cNvPr>
          <p:cNvSpPr/>
          <p:nvPr/>
        </p:nvSpPr>
        <p:spPr>
          <a:xfrm>
            <a:off x="1775516" y="2346434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EF5E5230-CE2C-4BC1-A32A-613AF929B36F}"/>
              </a:ext>
            </a:extLst>
          </p:cNvPr>
          <p:cNvSpPr/>
          <p:nvPr/>
        </p:nvSpPr>
        <p:spPr>
          <a:xfrm>
            <a:off x="8551942" y="2402037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93B756-F929-4043-B90E-ABB856688D66}"/>
              </a:ext>
            </a:extLst>
          </p:cNvPr>
          <p:cNvSpPr/>
          <p:nvPr/>
        </p:nvSpPr>
        <p:spPr>
          <a:xfrm>
            <a:off x="4836069" y="344968"/>
            <a:ext cx="2596090" cy="98410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/>
              <a:t>加运算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DB33EE-C506-4323-AF10-65414D8EA6DC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211C3C1-D76B-431F-B0BD-494CD091A582}"/>
              </a:ext>
            </a:extLst>
          </p:cNvPr>
          <p:cNvSpPr/>
          <p:nvPr/>
        </p:nvSpPr>
        <p:spPr>
          <a:xfrm>
            <a:off x="3917933" y="2402037"/>
            <a:ext cx="3845749" cy="2165131"/>
          </a:xfrm>
          <a:custGeom>
            <a:avLst/>
            <a:gdLst>
              <a:gd name="connsiteX0" fmla="*/ 1592317 w 3845749"/>
              <a:gd name="connsiteY0" fmla="*/ 0 h 2165131"/>
              <a:gd name="connsiteX1" fmla="*/ 2091038 w 3845749"/>
              <a:gd name="connsiteY1" fmla="*/ 339065 h 2165131"/>
              <a:gd name="connsiteX2" fmla="*/ 2151953 w 3845749"/>
              <a:gd name="connsiteY2" fmla="*/ 283701 h 2165131"/>
              <a:gd name="connsiteX3" fmla="*/ 2810480 w 3845749"/>
              <a:gd name="connsiteY3" fmla="*/ 47296 h 2165131"/>
              <a:gd name="connsiteX4" fmla="*/ 3845749 w 3845749"/>
              <a:gd name="connsiteY4" fmla="*/ 1082565 h 2165131"/>
              <a:gd name="connsiteX5" fmla="*/ 2810480 w 3845749"/>
              <a:gd name="connsiteY5" fmla="*/ 2117834 h 2165131"/>
              <a:gd name="connsiteX6" fmla="*/ 2151953 w 3845749"/>
              <a:gd name="connsiteY6" fmla="*/ 1881429 h 2165131"/>
              <a:gd name="connsiteX7" fmla="*/ 2091039 w 3845749"/>
              <a:gd name="connsiteY7" fmla="*/ 1826066 h 2165131"/>
              <a:gd name="connsiteX8" fmla="*/ 1592317 w 3845749"/>
              <a:gd name="connsiteY8" fmla="*/ 2165131 h 2165131"/>
              <a:gd name="connsiteX9" fmla="*/ 0 w 3845749"/>
              <a:gd name="connsiteY9" fmla="*/ 1082566 h 216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45749" h="2165131">
                <a:moveTo>
                  <a:pt x="1592317" y="0"/>
                </a:moveTo>
                <a:lnTo>
                  <a:pt x="2091038" y="339065"/>
                </a:lnTo>
                <a:lnTo>
                  <a:pt x="2151953" y="283701"/>
                </a:lnTo>
                <a:cubicBezTo>
                  <a:pt x="2330909" y="136014"/>
                  <a:pt x="2560334" y="47296"/>
                  <a:pt x="2810480" y="47296"/>
                </a:cubicBezTo>
                <a:cubicBezTo>
                  <a:pt x="3382243" y="47296"/>
                  <a:pt x="3845749" y="510802"/>
                  <a:pt x="3845749" y="1082565"/>
                </a:cubicBezTo>
                <a:cubicBezTo>
                  <a:pt x="3845749" y="1654328"/>
                  <a:pt x="3382243" y="2117834"/>
                  <a:pt x="2810480" y="2117834"/>
                </a:cubicBezTo>
                <a:cubicBezTo>
                  <a:pt x="2560334" y="2117834"/>
                  <a:pt x="2330909" y="2029116"/>
                  <a:pt x="2151953" y="1881429"/>
                </a:cubicBezTo>
                <a:lnTo>
                  <a:pt x="2091039" y="1826066"/>
                </a:lnTo>
                <a:lnTo>
                  <a:pt x="1592317" y="2165131"/>
                </a:lnTo>
                <a:lnTo>
                  <a:pt x="0" y="1082566"/>
                </a:lnTo>
                <a:close/>
              </a:path>
            </a:pathLst>
          </a:cu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B43AFC-57E0-4464-AC00-C2BABE9BEF00}"/>
              </a:ext>
            </a:extLst>
          </p:cNvPr>
          <p:cNvSpPr txBox="1"/>
          <p:nvPr/>
        </p:nvSpPr>
        <p:spPr>
          <a:xfrm>
            <a:off x="2852759" y="3094356"/>
            <a:ext cx="1030147" cy="66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基体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92426C9-2845-4F3B-9B5E-FDEF0D29FB14}"/>
              </a:ext>
            </a:extLst>
          </p:cNvPr>
          <p:cNvSpPr txBox="1"/>
          <p:nvPr/>
        </p:nvSpPr>
        <p:spPr>
          <a:xfrm>
            <a:off x="8990109" y="3012932"/>
            <a:ext cx="1750192" cy="66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合并体</a:t>
            </a:r>
          </a:p>
        </p:txBody>
      </p:sp>
    </p:spTree>
    <p:extLst>
      <p:ext uri="{BB962C8B-B14F-4D97-AF65-F5344CB8AC3E}">
        <p14:creationId xmlns:p14="http://schemas.microsoft.com/office/powerpoint/2010/main" val="36294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 L 0.16979 0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0"/>
                                    </p:animMotion>
                                  </p:childTnLst>
                                </p:cTn>
                              </p:par>
                              <p:par>
                                <p:cTn id="32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0 L 0.16979 0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0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0162 L -0.24649 -0.00278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0" y="-69"/>
                                    </p:animMotion>
                                  </p:childTnLst>
                                </p:cTn>
                              </p:par>
                              <p:par>
                                <p:cTn id="3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0162 L -0.24649 -0.00278 " pathEditMode="relative" rAng="0" ptsTypes="AA">
                                      <p:cBhvr>
                                        <p:cTn id="3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animBg="1"/>
      <p:bldP spid="12" grpId="0" animBg="1"/>
      <p:bldP spid="2" grpId="0"/>
      <p:bldP spid="2" grpId="1"/>
      <p:bldP spid="2" grpId="2"/>
      <p:bldP spid="9" grpId="0"/>
      <p:bldP spid="9" grpId="1"/>
      <p:bldP spid="9" grpId="2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: 圆角 6">
            <a:extLst>
              <a:ext uri="{FF2B5EF4-FFF2-40B4-BE49-F238E27FC236}">
                <a16:creationId xmlns:a16="http://schemas.microsoft.com/office/drawing/2014/main" id="{0E93B756-F929-4043-B90E-ABB856688D66}"/>
              </a:ext>
            </a:extLst>
          </p:cNvPr>
          <p:cNvSpPr/>
          <p:nvPr/>
        </p:nvSpPr>
        <p:spPr>
          <a:xfrm>
            <a:off x="4836069" y="344968"/>
            <a:ext cx="2596090" cy="98410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/>
              <a:t>交运算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42AAC3C-21A7-4B4D-8852-61B4AAEAF6A5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sp>
        <p:nvSpPr>
          <p:cNvPr id="9" name="菱形 8">
            <a:extLst>
              <a:ext uri="{FF2B5EF4-FFF2-40B4-BE49-F238E27FC236}">
                <a16:creationId xmlns:a16="http://schemas.microsoft.com/office/drawing/2014/main" id="{36E0E3AC-1957-4BF0-910C-502F1180176F}"/>
              </a:ext>
            </a:extLst>
          </p:cNvPr>
          <p:cNvSpPr/>
          <p:nvPr/>
        </p:nvSpPr>
        <p:spPr>
          <a:xfrm>
            <a:off x="1775516" y="2378333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基体</a:t>
            </a:r>
            <a:endParaRPr lang="en-US" altLang="zh-CN" dirty="0"/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24DCCEC8-7C21-4F5D-81EF-8FF57E965AF3}"/>
              </a:ext>
            </a:extLst>
          </p:cNvPr>
          <p:cNvSpPr/>
          <p:nvPr/>
        </p:nvSpPr>
        <p:spPr>
          <a:xfrm>
            <a:off x="8551942" y="2433936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合并体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4CCEEEEC-FA36-4E4B-A93E-8BF67B0F139D}"/>
              </a:ext>
            </a:extLst>
          </p:cNvPr>
          <p:cNvSpPr/>
          <p:nvPr/>
        </p:nvSpPr>
        <p:spPr>
          <a:xfrm>
            <a:off x="5575005" y="2658920"/>
            <a:ext cx="1469126" cy="1533442"/>
          </a:xfrm>
          <a:custGeom>
            <a:avLst/>
            <a:gdLst>
              <a:gd name="connsiteX0" fmla="*/ 341377 w 1469126"/>
              <a:gd name="connsiteY0" fmla="*/ 0 h 1533442"/>
              <a:gd name="connsiteX1" fmla="*/ 1469126 w 1469126"/>
              <a:gd name="connsiteY1" fmla="*/ 766721 h 1533442"/>
              <a:gd name="connsiteX2" fmla="*/ 341376 w 1469126"/>
              <a:gd name="connsiteY2" fmla="*/ 1533442 h 1533442"/>
              <a:gd name="connsiteX3" fmla="*/ 303224 w 1469126"/>
              <a:gd name="connsiteY3" fmla="*/ 1498767 h 1533442"/>
              <a:gd name="connsiteX4" fmla="*/ 0 w 1469126"/>
              <a:gd name="connsiteY4" fmla="*/ 766721 h 1533442"/>
              <a:gd name="connsiteX5" fmla="*/ 303224 w 1469126"/>
              <a:gd name="connsiteY5" fmla="*/ 34676 h 15334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69126" h="1533442">
                <a:moveTo>
                  <a:pt x="341377" y="0"/>
                </a:moveTo>
                <a:lnTo>
                  <a:pt x="1469126" y="766721"/>
                </a:lnTo>
                <a:lnTo>
                  <a:pt x="341376" y="1533442"/>
                </a:lnTo>
                <a:lnTo>
                  <a:pt x="303224" y="1498767"/>
                </a:lnTo>
                <a:cubicBezTo>
                  <a:pt x="115877" y="1311420"/>
                  <a:pt x="0" y="1052603"/>
                  <a:pt x="0" y="766721"/>
                </a:cubicBezTo>
                <a:cubicBezTo>
                  <a:pt x="0" y="480840"/>
                  <a:pt x="115877" y="222023"/>
                  <a:pt x="303224" y="34676"/>
                </a:cubicBezTo>
                <a:close/>
              </a:path>
            </a:pathLst>
          </a:cu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05905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7 L 0.16979 3.7037E-7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0"/>
                                    </p:animMotion>
                                  </p:childTnLst>
                                </p:cTn>
                              </p:par>
                              <p:par>
                                <p:cTn id="1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0162 L -0.24649 -0.0027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9" grpId="1" animBg="1"/>
      <p:bldP spid="9" grpId="2" animBg="1"/>
      <p:bldP spid="10" grpId="0" animBg="1"/>
      <p:bldP spid="10" grpId="1" animBg="1"/>
      <p:bldP spid="10" grpId="2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菱形 1">
            <a:extLst>
              <a:ext uri="{FF2B5EF4-FFF2-40B4-BE49-F238E27FC236}">
                <a16:creationId xmlns:a16="http://schemas.microsoft.com/office/drawing/2014/main" id="{33D0F151-2831-4635-BE24-B3CFC6196BC4}"/>
              </a:ext>
            </a:extLst>
          </p:cNvPr>
          <p:cNvSpPr/>
          <p:nvPr/>
        </p:nvSpPr>
        <p:spPr>
          <a:xfrm>
            <a:off x="1775516" y="2378333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基体</a:t>
            </a:r>
            <a:endParaRPr lang="en-US" altLang="zh-CN" dirty="0"/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23D82521-CBBF-4A42-A453-B3B9960F39CF}"/>
              </a:ext>
            </a:extLst>
          </p:cNvPr>
          <p:cNvSpPr/>
          <p:nvPr/>
        </p:nvSpPr>
        <p:spPr>
          <a:xfrm>
            <a:off x="8551942" y="2433936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合并体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D327418-FA12-46AD-A487-58667BDDE80A}"/>
              </a:ext>
            </a:extLst>
          </p:cNvPr>
          <p:cNvSpPr/>
          <p:nvPr/>
        </p:nvSpPr>
        <p:spPr>
          <a:xfrm>
            <a:off x="3694384" y="332268"/>
            <a:ext cx="4803231" cy="98410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/>
              <a:t>加运算与交运算</a:t>
            </a: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195BB384-8629-4C46-B569-A38C37E6F923}"/>
              </a:ext>
            </a:extLst>
          </p:cNvPr>
          <p:cNvSpPr/>
          <p:nvPr/>
        </p:nvSpPr>
        <p:spPr>
          <a:xfrm>
            <a:off x="2332564" y="2378333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基体</a:t>
            </a: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E0C716E6-6C2B-44FB-AC48-3D86E56C7F8C}"/>
              </a:ext>
            </a:extLst>
          </p:cNvPr>
          <p:cNvSpPr/>
          <p:nvPr/>
        </p:nvSpPr>
        <p:spPr>
          <a:xfrm>
            <a:off x="8087416" y="2386639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合并体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01253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64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7 L 0.51341 -0.00463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64" y="-231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64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2.96296E-6 L -0.51016 -0.0011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21" y="-3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2" animBg="1"/>
      <p:bldP spid="2" grpId="3" animBg="1"/>
      <p:bldP spid="3" grpId="0" animBg="1"/>
      <p:bldP spid="3" grpId="2" animBg="1"/>
      <p:bldP spid="3" grpId="3" animBg="1"/>
      <p:bldP spid="4" grpId="0" animBg="1"/>
      <p:bldP spid="5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EF3DFED-DFCC-4555-8147-DC24C4B4EC4F}"/>
              </a:ext>
            </a:extLst>
          </p:cNvPr>
          <p:cNvSpPr/>
          <p:nvPr/>
        </p:nvSpPr>
        <p:spPr>
          <a:xfrm>
            <a:off x="4836069" y="344968"/>
            <a:ext cx="2596090" cy="98410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/>
              <a:t>减运算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B866D7-A14C-4647-B537-091707167F3E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4773CB96-3D7E-42DD-981C-B2714808B04E}"/>
              </a:ext>
            </a:extLst>
          </p:cNvPr>
          <p:cNvSpPr/>
          <p:nvPr/>
        </p:nvSpPr>
        <p:spPr>
          <a:xfrm>
            <a:off x="1775516" y="1819533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基体</a:t>
            </a:r>
            <a:endParaRPr lang="en-US" altLang="zh-CN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891D960-CB6A-4BB3-85D6-FC563296DD83}"/>
              </a:ext>
            </a:extLst>
          </p:cNvPr>
          <p:cNvCxnSpPr>
            <a:stCxn id="6" idx="3"/>
          </p:cNvCxnSpPr>
          <p:nvPr/>
        </p:nvCxnSpPr>
        <p:spPr>
          <a:xfrm flipV="1">
            <a:off x="4960150" y="2870200"/>
            <a:ext cx="2164550" cy="31899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E3B7802C-D565-459D-9C02-BC5288308CCE}"/>
              </a:ext>
            </a:extLst>
          </p:cNvPr>
          <p:cNvSpPr txBox="1"/>
          <p:nvPr/>
        </p:nvSpPr>
        <p:spPr>
          <a:xfrm>
            <a:off x="7106710" y="2197100"/>
            <a:ext cx="4020348" cy="1065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5400" dirty="0">
                <a:solidFill>
                  <a:srgbClr val="E3657F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被减的对象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F0CE07C-DD69-4449-A3DA-9A5E7727D875}"/>
              </a:ext>
            </a:extLst>
          </p:cNvPr>
          <p:cNvSpPr/>
          <p:nvPr/>
        </p:nvSpPr>
        <p:spPr>
          <a:xfrm>
            <a:off x="2218264" y="4207133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合并体</a:t>
            </a: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D9D2117-858E-4E56-B5F6-DA0B01ABCF9A}"/>
              </a:ext>
            </a:extLst>
          </p:cNvPr>
          <p:cNvCxnSpPr>
            <a:cxnSpLocks/>
          </p:cNvCxnSpPr>
          <p:nvPr/>
        </p:nvCxnSpPr>
        <p:spPr>
          <a:xfrm>
            <a:off x="4288802" y="5041247"/>
            <a:ext cx="2711817" cy="1"/>
          </a:xfrm>
          <a:prstGeom prst="straightConnector1">
            <a:avLst/>
          </a:prstGeom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1A8F2736-26DD-4EFD-BD16-99B63DDE8646}"/>
              </a:ext>
            </a:extLst>
          </p:cNvPr>
          <p:cNvSpPr txBox="1"/>
          <p:nvPr/>
        </p:nvSpPr>
        <p:spPr>
          <a:xfrm>
            <a:off x="7106710" y="4392429"/>
            <a:ext cx="4020348" cy="1065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54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减掉的对象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FA0EB46-5D87-493F-8927-E565B8B01874}"/>
              </a:ext>
            </a:extLst>
          </p:cNvPr>
          <p:cNvSpPr txBox="1"/>
          <p:nvPr/>
        </p:nvSpPr>
        <p:spPr>
          <a:xfrm>
            <a:off x="5407424" y="4383162"/>
            <a:ext cx="1118784" cy="66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除数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CACF886-8938-4318-BACD-A0D66A2538CC}"/>
              </a:ext>
            </a:extLst>
          </p:cNvPr>
          <p:cNvSpPr txBox="1"/>
          <p:nvPr/>
        </p:nvSpPr>
        <p:spPr>
          <a:xfrm>
            <a:off x="5407424" y="2282106"/>
            <a:ext cx="1425175" cy="6692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被除数</a:t>
            </a:r>
          </a:p>
        </p:txBody>
      </p:sp>
    </p:spTree>
    <p:extLst>
      <p:ext uri="{BB962C8B-B14F-4D97-AF65-F5344CB8AC3E}">
        <p14:creationId xmlns:p14="http://schemas.microsoft.com/office/powerpoint/2010/main" val="626696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/>
      <p:bldP spid="11" grpId="0" animBg="1"/>
      <p:bldP spid="14" grpId="0"/>
      <p:bldP spid="15" grpId="0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EF3DFED-DFCC-4555-8147-DC24C4B4EC4F}"/>
              </a:ext>
            </a:extLst>
          </p:cNvPr>
          <p:cNvSpPr/>
          <p:nvPr/>
        </p:nvSpPr>
        <p:spPr>
          <a:xfrm>
            <a:off x="4836069" y="344968"/>
            <a:ext cx="2596090" cy="98410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/>
              <a:t>减运算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B866D7-A14C-4647-B537-091707167F3E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4773CB96-3D7E-42DD-981C-B2714808B04E}"/>
              </a:ext>
            </a:extLst>
          </p:cNvPr>
          <p:cNvSpPr/>
          <p:nvPr/>
        </p:nvSpPr>
        <p:spPr>
          <a:xfrm>
            <a:off x="1775516" y="2378333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基体</a:t>
            </a:r>
            <a:endParaRPr lang="en-US" altLang="zh-CN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26BFBFD-67B4-4466-A33D-BD9AE1DCF952}"/>
              </a:ext>
            </a:extLst>
          </p:cNvPr>
          <p:cNvSpPr/>
          <p:nvPr/>
        </p:nvSpPr>
        <p:spPr>
          <a:xfrm>
            <a:off x="8551942" y="2433936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 合并体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708048CD-5952-4127-80B3-479678D19EE4}"/>
              </a:ext>
            </a:extLst>
          </p:cNvPr>
          <p:cNvSpPr/>
          <p:nvPr/>
        </p:nvSpPr>
        <p:spPr>
          <a:xfrm>
            <a:off x="3894954" y="2371251"/>
            <a:ext cx="2002665" cy="2165131"/>
          </a:xfrm>
          <a:custGeom>
            <a:avLst/>
            <a:gdLst>
              <a:gd name="connsiteX0" fmla="*/ 1592317 w 2002665"/>
              <a:gd name="connsiteY0" fmla="*/ 0 h 2165131"/>
              <a:gd name="connsiteX1" fmla="*/ 2002664 w 2002665"/>
              <a:gd name="connsiteY1" fmla="*/ 278982 h 2165131"/>
              <a:gd name="connsiteX2" fmla="*/ 1996352 w 2002665"/>
              <a:gd name="connsiteY2" fmla="*/ 283701 h 2165131"/>
              <a:gd name="connsiteX3" fmla="*/ 1619610 w 2002665"/>
              <a:gd name="connsiteY3" fmla="*/ 1082565 h 2165131"/>
              <a:gd name="connsiteX4" fmla="*/ 1996352 w 2002665"/>
              <a:gd name="connsiteY4" fmla="*/ 1881429 h 2165131"/>
              <a:gd name="connsiteX5" fmla="*/ 2002665 w 2002665"/>
              <a:gd name="connsiteY5" fmla="*/ 1886149 h 2165131"/>
              <a:gd name="connsiteX6" fmla="*/ 1592317 w 2002665"/>
              <a:gd name="connsiteY6" fmla="*/ 2165131 h 2165131"/>
              <a:gd name="connsiteX7" fmla="*/ 0 w 2002665"/>
              <a:gd name="connsiteY7" fmla="*/ 1082566 h 2165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02665" h="2165131">
                <a:moveTo>
                  <a:pt x="1592317" y="0"/>
                </a:moveTo>
                <a:lnTo>
                  <a:pt x="2002664" y="278982"/>
                </a:lnTo>
                <a:lnTo>
                  <a:pt x="1996352" y="283701"/>
                </a:lnTo>
                <a:cubicBezTo>
                  <a:pt x="1766266" y="473585"/>
                  <a:pt x="1619610" y="760949"/>
                  <a:pt x="1619610" y="1082565"/>
                </a:cubicBezTo>
                <a:cubicBezTo>
                  <a:pt x="1619610" y="1404182"/>
                  <a:pt x="1766266" y="1691545"/>
                  <a:pt x="1996352" y="1881429"/>
                </a:cubicBezTo>
                <a:lnTo>
                  <a:pt x="2002665" y="1886149"/>
                </a:lnTo>
                <a:lnTo>
                  <a:pt x="1592317" y="2165131"/>
                </a:lnTo>
                <a:lnTo>
                  <a:pt x="0" y="1082566"/>
                </a:lnTo>
                <a:close/>
              </a:path>
            </a:pathLst>
          </a:cu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205733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7 L 0.16979 3.7037E-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0162 L -0.24649 -0.0027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xit" presetSubtype="2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righ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: 圆角 3">
            <a:extLst>
              <a:ext uri="{FF2B5EF4-FFF2-40B4-BE49-F238E27FC236}">
                <a16:creationId xmlns:a16="http://schemas.microsoft.com/office/drawing/2014/main" id="{DEF3DFED-DFCC-4555-8147-DC24C4B4EC4F}"/>
              </a:ext>
            </a:extLst>
          </p:cNvPr>
          <p:cNvSpPr/>
          <p:nvPr/>
        </p:nvSpPr>
        <p:spPr>
          <a:xfrm>
            <a:off x="4836069" y="344968"/>
            <a:ext cx="2596090" cy="984102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60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path path="rect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800" b="1" dirty="0"/>
              <a:t>减运算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2B866D7-A14C-4647-B537-091707167F3E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  <p:sp>
        <p:nvSpPr>
          <p:cNvPr id="6" name="菱形 5">
            <a:extLst>
              <a:ext uri="{FF2B5EF4-FFF2-40B4-BE49-F238E27FC236}">
                <a16:creationId xmlns:a16="http://schemas.microsoft.com/office/drawing/2014/main" id="{4773CB96-3D7E-42DD-981C-B2714808B04E}"/>
              </a:ext>
            </a:extLst>
          </p:cNvPr>
          <p:cNvSpPr/>
          <p:nvPr/>
        </p:nvSpPr>
        <p:spPr>
          <a:xfrm>
            <a:off x="1775516" y="2378333"/>
            <a:ext cx="3184634" cy="2165131"/>
          </a:xfrm>
          <a:prstGeom prst="diamond">
            <a:avLst/>
          </a:prstGeom>
          <a:solidFill>
            <a:schemeClr val="accent6">
              <a:alpha val="79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合并体</a:t>
            </a:r>
            <a:endParaRPr lang="en-US" altLang="zh-CN" dirty="0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226BFBFD-67B4-4466-A33D-BD9AE1DCF952}"/>
              </a:ext>
            </a:extLst>
          </p:cNvPr>
          <p:cNvSpPr/>
          <p:nvPr/>
        </p:nvSpPr>
        <p:spPr>
          <a:xfrm>
            <a:off x="8551942" y="2433936"/>
            <a:ext cx="2070538" cy="2070538"/>
          </a:xfrm>
          <a:prstGeom prst="ellipse">
            <a:avLst/>
          </a:pr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    基体</a:t>
            </a:r>
          </a:p>
        </p:txBody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E36F4423-9BDC-4D96-B4E6-B5E3ACFAD7BA}"/>
              </a:ext>
            </a:extLst>
          </p:cNvPr>
          <p:cNvSpPr/>
          <p:nvPr/>
        </p:nvSpPr>
        <p:spPr>
          <a:xfrm>
            <a:off x="5856353" y="2451832"/>
            <a:ext cx="1693308" cy="2070538"/>
          </a:xfrm>
          <a:custGeom>
            <a:avLst/>
            <a:gdLst>
              <a:gd name="connsiteX0" fmla="*/ 658039 w 1693308"/>
              <a:gd name="connsiteY0" fmla="*/ 0 h 2070538"/>
              <a:gd name="connsiteX1" fmla="*/ 1693308 w 1693308"/>
              <a:gd name="connsiteY1" fmla="*/ 1035269 h 2070538"/>
              <a:gd name="connsiteX2" fmla="*/ 658039 w 1693308"/>
              <a:gd name="connsiteY2" fmla="*/ 2070538 h 2070538"/>
              <a:gd name="connsiteX3" fmla="*/ 79211 w 1693308"/>
              <a:gd name="connsiteY3" fmla="*/ 1893730 h 2070538"/>
              <a:gd name="connsiteX4" fmla="*/ 0 w 1693308"/>
              <a:gd name="connsiteY4" fmla="*/ 1834498 h 2070538"/>
              <a:gd name="connsiteX5" fmla="*/ 1187782 w 1693308"/>
              <a:gd name="connsiteY5" fmla="*/ 1026963 h 2070538"/>
              <a:gd name="connsiteX6" fmla="*/ 11637 w 1693308"/>
              <a:gd name="connsiteY6" fmla="*/ 227339 h 2070538"/>
              <a:gd name="connsiteX7" fmla="*/ 79211 w 1693308"/>
              <a:gd name="connsiteY7" fmla="*/ 176808 h 2070538"/>
              <a:gd name="connsiteX8" fmla="*/ 658039 w 1693308"/>
              <a:gd name="connsiteY8" fmla="*/ 0 h 20705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93308" h="2070538">
                <a:moveTo>
                  <a:pt x="658039" y="0"/>
                </a:moveTo>
                <a:cubicBezTo>
                  <a:pt x="1229802" y="0"/>
                  <a:pt x="1693308" y="463506"/>
                  <a:pt x="1693308" y="1035269"/>
                </a:cubicBezTo>
                <a:cubicBezTo>
                  <a:pt x="1693308" y="1607032"/>
                  <a:pt x="1229802" y="2070538"/>
                  <a:pt x="658039" y="2070538"/>
                </a:cubicBezTo>
                <a:cubicBezTo>
                  <a:pt x="443628" y="2070538"/>
                  <a:pt x="244441" y="2005358"/>
                  <a:pt x="79211" y="1893730"/>
                </a:cubicBezTo>
                <a:lnTo>
                  <a:pt x="0" y="1834498"/>
                </a:lnTo>
                <a:lnTo>
                  <a:pt x="1187782" y="1026963"/>
                </a:lnTo>
                <a:lnTo>
                  <a:pt x="11637" y="227339"/>
                </a:lnTo>
                <a:lnTo>
                  <a:pt x="79211" y="176808"/>
                </a:lnTo>
                <a:cubicBezTo>
                  <a:pt x="244441" y="65181"/>
                  <a:pt x="443628" y="0"/>
                  <a:pt x="658039" y="0"/>
                </a:cubicBezTo>
                <a:close/>
              </a:path>
            </a:pathLst>
          </a:custGeom>
          <a:solidFill>
            <a:schemeClr val="accent1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dirty="0"/>
              <a:t>     </a:t>
            </a:r>
          </a:p>
        </p:txBody>
      </p:sp>
    </p:spTree>
    <p:extLst>
      <p:ext uri="{BB962C8B-B14F-4D97-AF65-F5344CB8AC3E}">
        <p14:creationId xmlns:p14="http://schemas.microsoft.com/office/powerpoint/2010/main" val="652079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3.7037E-7 L 0.16979 3.7037E-7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90" y="0"/>
                                    </p:animMotion>
                                  </p:childTnLst>
                                </p:cTn>
                              </p:par>
                              <p:par>
                                <p:cTn id="1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91 -0.00162 L -0.24649 -0.0027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0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6" grpId="2" animBg="1"/>
      <p:bldP spid="7" grpId="0" animBg="1"/>
      <p:bldP spid="7" grpId="1" animBg="1"/>
      <p:bldP spid="7" grpId="2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AB175C4-47DB-4BB9-A741-C35E520507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34167" b="75556" l="36875" r="62448"/>
                    </a14:imgEffect>
                  </a14:imgLayer>
                </a14:imgProps>
              </a:ext>
            </a:extLst>
          </a:blip>
          <a:srcRect l="40814" t="31481" r="37051" b="23380"/>
          <a:stretch/>
        </p:blipFill>
        <p:spPr>
          <a:xfrm>
            <a:off x="7863761" y="2887853"/>
            <a:ext cx="3236686" cy="37126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0D26374C-54B6-458B-8015-46295B24503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37315" b="89537" l="44323" r="76667"/>
                    </a14:imgEffect>
                  </a14:imgLayer>
                </a14:imgProps>
              </a:ext>
            </a:extLst>
          </a:blip>
          <a:srcRect l="40953" t="31958" r="24881" b="13863"/>
          <a:stretch/>
        </p:blipFill>
        <p:spPr>
          <a:xfrm>
            <a:off x="7387772" y="-55671"/>
            <a:ext cx="3299965" cy="294352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8177E20-C3F1-4465-BE72-6E4C553841A2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2315" b="76296" l="34167" r="49375"/>
                    </a14:imgEffect>
                  </a14:imgLayer>
                </a14:imgProps>
              </a:ext>
            </a:extLst>
          </a:blip>
          <a:srcRect l="32354" t="43255" r="49414" b="22945"/>
          <a:stretch/>
        </p:blipFill>
        <p:spPr>
          <a:xfrm>
            <a:off x="292608" y="1191364"/>
            <a:ext cx="4911532" cy="5121754"/>
          </a:xfrm>
          <a:prstGeom prst="rect">
            <a:avLst/>
          </a:prstGeom>
        </p:spPr>
      </p:pic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BFD3CD6F-850D-4874-9872-07A2720761AD}"/>
              </a:ext>
            </a:extLst>
          </p:cNvPr>
          <p:cNvCxnSpPr/>
          <p:nvPr/>
        </p:nvCxnSpPr>
        <p:spPr>
          <a:xfrm flipV="1">
            <a:off x="3807912" y="1778696"/>
            <a:ext cx="3782861" cy="663879"/>
          </a:xfrm>
          <a:prstGeom prst="straightConnector1">
            <a:avLst/>
          </a:prstGeom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6B428144-F686-4A0F-A7A2-BC1230AB9CD8}"/>
              </a:ext>
            </a:extLst>
          </p:cNvPr>
          <p:cNvCxnSpPr>
            <a:cxnSpLocks/>
          </p:cNvCxnSpPr>
          <p:nvPr/>
        </p:nvCxnSpPr>
        <p:spPr>
          <a:xfrm>
            <a:off x="3807912" y="3752241"/>
            <a:ext cx="4055849" cy="1383430"/>
          </a:xfrm>
          <a:prstGeom prst="straightConnector1">
            <a:avLst/>
          </a:prstGeom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35C61CA2-CCCA-47AA-AA1E-74DB0D52B252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8134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56933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7CE656A-5B9D-4D5A-8476-544F414BDF84}"/>
              </a:ext>
            </a:extLst>
          </p:cNvPr>
          <p:cNvSpPr txBox="1"/>
          <p:nvPr/>
        </p:nvSpPr>
        <p:spPr>
          <a:xfrm>
            <a:off x="1930399" y="1158641"/>
            <a:ext cx="5854701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600" dirty="0">
                <a:ln>
                  <a:solidFill>
                    <a:srgbClr val="00B0F0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华文行楷" panose="02010800040101010101" pitchFamily="2" charset="-122"/>
                <a:ea typeface="华文行楷" panose="02010800040101010101" pitchFamily="2" charset="-122"/>
              </a:rPr>
              <a:t>赠人玫瑰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600F79-749C-4057-B3E6-8FB2E23CF309}"/>
              </a:ext>
            </a:extLst>
          </p:cNvPr>
          <p:cNvSpPr txBox="1"/>
          <p:nvPr/>
        </p:nvSpPr>
        <p:spPr>
          <a:xfrm>
            <a:off x="4679949" y="3429000"/>
            <a:ext cx="5854702" cy="190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9600" dirty="0">
                <a:ln>
                  <a:solidFill>
                    <a:srgbClr val="00B0F0"/>
                  </a:solidFill>
                </a:ln>
                <a:blipFill dpi="0"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a:blipFill>
                <a:latin typeface="华文行楷" panose="02010800040101010101" pitchFamily="2" charset="-122"/>
                <a:ea typeface="华文行楷" panose="02010800040101010101" pitchFamily="2" charset="-122"/>
              </a:rPr>
              <a:t>手有余香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055E5DD-FBE0-4A86-980F-7E4A2B8AE2CF}"/>
              </a:ext>
            </a:extLst>
          </p:cNvPr>
          <p:cNvSpPr txBox="1"/>
          <p:nvPr/>
        </p:nvSpPr>
        <p:spPr>
          <a:xfrm>
            <a:off x="10740301" y="-372146"/>
            <a:ext cx="1547392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8000" dirty="0">
                <a:solidFill>
                  <a:srgbClr val="FFC000"/>
                </a:solidFill>
                <a:latin typeface="Colonna MT" panose="04020805060202030203" pitchFamily="82" charset="0"/>
                <a:ea typeface="微软雅黑" panose="020B0503020204020204" pitchFamily="34" charset="-122"/>
              </a:rPr>
              <a:t>3D</a:t>
            </a:r>
            <a:endParaRPr lang="zh-CN" altLang="en-US" sz="8000" dirty="0">
              <a:solidFill>
                <a:srgbClr val="FFC000"/>
              </a:solidFill>
              <a:latin typeface="Colonna MT" panose="04020805060202030203" pitchFamily="82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8502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theme/theme1.xml><?xml version="1.0" encoding="utf-8"?>
<a:theme xmlns:a="http://schemas.openxmlformats.org/drawingml/2006/main" name="A000120140530A99PPBG">
  <a:themeElements>
    <a:clrScheme name="自定义 630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2CBEBB"/>
      </a:accent1>
      <a:accent2>
        <a:srgbClr val="00AEEF"/>
      </a:accent2>
      <a:accent3>
        <a:srgbClr val="00989D"/>
      </a:accent3>
      <a:accent4>
        <a:srgbClr val="5277C2"/>
      </a:accent4>
      <a:accent5>
        <a:srgbClr val="853689"/>
      </a:accent5>
      <a:accent6>
        <a:srgbClr val="E33F61"/>
      </a:accent6>
      <a:hlink>
        <a:srgbClr val="00B0F0"/>
      </a:hlink>
      <a:folHlink>
        <a:srgbClr val="7F7F7F"/>
      </a:folHlink>
    </a:clrScheme>
    <a:fontScheme name="KSO主题5">
      <a:majorFont>
        <a:latin typeface="Broadway"/>
        <a:ea typeface="微软雅黑"/>
        <a:cs typeface=""/>
      </a:majorFont>
      <a:minorFont>
        <a:latin typeface="Calibri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A000120150716A11KPBG</Template>
  <TotalTime>1894</TotalTime>
  <Words>129</Words>
  <Application>Microsoft Office PowerPoint</Application>
  <PresentationFormat>宽屏</PresentationFormat>
  <Paragraphs>53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4" baseType="lpstr">
      <vt:lpstr>华文行楷</vt:lpstr>
      <vt:lpstr>微软雅黑</vt:lpstr>
      <vt:lpstr>幼圆</vt:lpstr>
      <vt:lpstr>Arial</vt:lpstr>
      <vt:lpstr>Calibri</vt:lpstr>
      <vt:lpstr>Colonna MT</vt:lpstr>
      <vt:lpstr>Webdings</vt:lpstr>
      <vt:lpstr>A000120140530A99PPBG</vt:lpstr>
      <vt:lpstr>布尔运算助我献爱心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布尔运算助我献爱心</dc:title>
  <dc:creator>jia yue</dc:creator>
  <cp:lastModifiedBy>jia yue</cp:lastModifiedBy>
  <cp:revision>68</cp:revision>
  <dcterms:created xsi:type="dcterms:W3CDTF">2020-02-13T06:37:37Z</dcterms:created>
  <dcterms:modified xsi:type="dcterms:W3CDTF">2020-02-18T14:28:08Z</dcterms:modified>
</cp:coreProperties>
</file>