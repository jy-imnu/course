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9" r:id="rId3"/>
  </p:sldIdLst>
  <p:sldSz cx="12192000" cy="6858000"/>
  <p:notesSz cx="6858000" cy="9144000"/>
  <p:defaultTextStyle>
    <a:defPPr>
      <a:defRPr lang="zh-CN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6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252" y="3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" t="10705" r="734" b="25261"/>
          <a:stretch/>
        </p:blipFill>
        <p:spPr>
          <a:xfrm>
            <a:off x="2" y="0"/>
            <a:ext cx="12191999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67B3-1F88-4991-A38A-EE06BDE9FBE8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2A24D-9C89-4CEE-88DA-518095DFD94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9334" y="1990726"/>
            <a:ext cx="9490589" cy="1345999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000" b="1" i="0">
                <a:ln w="14605">
                  <a:noFill/>
                </a:ln>
                <a:solidFill>
                  <a:srgbClr val="F03C8D"/>
                </a:solidFill>
                <a:effectLst>
                  <a:glow rad="139700">
                    <a:schemeClr val="bg1">
                      <a:alpha val="40000"/>
                    </a:schemeClr>
                  </a:glo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90298" y="4333876"/>
            <a:ext cx="4588661" cy="403225"/>
          </a:xfrm>
          <a:prstGeom prst="roundRect">
            <a:avLst>
              <a:gd name="adj" fmla="val 50000"/>
            </a:avLst>
          </a:prstGeom>
          <a:solidFill>
            <a:srgbClr val="F795C1">
              <a:alpha val="80000"/>
            </a:srgbClr>
          </a:solidFill>
          <a:ln w="19050">
            <a:solidFill>
              <a:srgbClr val="F795C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157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orient="horz" pos="2160">
          <p15:clr>
            <a:srgbClr val="FBAE40"/>
          </p15:clr>
        </p15:guide>
        <p15:guide id="1" pos="662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67B3-1F88-4991-A38A-EE06BDE9FBE8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2A24D-9C89-4CEE-88DA-518095DFD9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844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1" y="2034268"/>
            <a:ext cx="10515600" cy="1070339"/>
          </a:xfrm>
        </p:spPr>
        <p:txBody>
          <a:bodyPr anchor="b"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313159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67B3-1F88-4991-A38A-EE06BDE9FBE8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2A24D-9C89-4CEE-88DA-518095DFD9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79215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67B3-1F88-4991-A38A-EE06BDE9FBE8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2A24D-9C89-4CEE-88DA-518095DFD9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7453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67B3-1F88-4991-A38A-EE06BDE9FBE8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2A24D-9C89-4CEE-88DA-518095DFD9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0698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67B3-1F88-4991-A38A-EE06BDE9FBE8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2A24D-9C89-4CEE-88DA-518095DFD9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4700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67B3-1F88-4991-A38A-EE06BDE9FBE8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2A24D-9C89-4CEE-88DA-518095DFD9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7795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67B3-1F88-4991-A38A-EE06BDE9FBE8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2A24D-9C89-4CEE-88DA-518095DFD9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4179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67B3-1F88-4991-A38A-EE06BDE9FBE8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2A24D-9C89-4CEE-88DA-518095DFD9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6148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67B3-1F88-4991-A38A-EE06BDE9FBE8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2A24D-9C89-4CEE-88DA-518095DFD9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393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67B3-1F88-4991-A38A-EE06BDE9FBE8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2A24D-9C89-4CEE-88DA-518095DFD9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884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8" t="13121" r="498" b="23618"/>
          <a:stretch/>
        </p:blipFill>
        <p:spPr>
          <a:xfrm>
            <a:off x="2" y="0"/>
            <a:ext cx="12191999" cy="685800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0" y="876300"/>
            <a:ext cx="12192000" cy="5981699"/>
          </a:xfrm>
          <a:prstGeom prst="rect">
            <a:avLst/>
          </a:prstGeom>
          <a:solidFill>
            <a:srgbClr val="FFFFFF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746" y="184600"/>
            <a:ext cx="10680337" cy="6015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746" y="1304925"/>
            <a:ext cx="10680337" cy="5051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53067B3-1F88-4991-A38A-EE06BDE9FBE8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3612A24D-9C89-4CEE-88DA-518095DFD9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416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1">
              <a:lumMod val="75000"/>
            </a:schemeClr>
          </a:solidFill>
          <a:effectLst>
            <a:glow rad="139700">
              <a:schemeClr val="bg2">
                <a:alpha val="40000"/>
              </a:schemeClr>
            </a:glow>
          </a:effectLst>
          <a:latin typeface="+mj-lt"/>
          <a:ea typeface="+mj-ea"/>
          <a:cs typeface="+mj-cs"/>
        </a:defRPr>
      </a:lvl1pPr>
    </p:titleStyle>
    <p:bodyStyle>
      <a:lvl1pPr marL="357188" indent="-35718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80000"/>
        <a:buFont typeface="Wingdings" panose="05000000000000000000" pitchFamily="2" charset="2"/>
        <a:buChar char="{"/>
        <a:defRPr sz="24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357188" indent="-357188" algn="l" defTabSz="914400" rtl="0" eaLnBrk="1" latinLnBrk="0" hangingPunct="1">
        <a:lnSpc>
          <a:spcPct val="130000"/>
        </a:lnSpc>
        <a:spcBef>
          <a:spcPts val="0"/>
        </a:spcBef>
        <a:buFont typeface="Calibri" panose="020F0502020204030204" pitchFamily="34" charset="0"/>
        <a:buChar char=" 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12" Type="http://schemas.microsoft.com/office/2007/relationships/hdphoto" Target="../media/hdphoto5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F4E19FA-FAE7-47A9-AF2B-6EC82394EE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5400" dirty="0"/>
              <a:t>我实践，我创新</a:t>
            </a: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1416BB7B-A568-4477-80EE-01B0A05C1B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86200" y="4051300"/>
            <a:ext cx="4592759" cy="685801"/>
          </a:xfrm>
        </p:spPr>
        <p:txBody>
          <a:bodyPr>
            <a:normAutofit lnSpcReduction="10000"/>
          </a:bodyPr>
          <a:lstStyle/>
          <a:p>
            <a:r>
              <a:rPr lang="zh-CN" altLang="en-US" sz="3200" dirty="0"/>
              <a:t>课后练习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4095944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卷形: 垂直 1">
            <a:extLst>
              <a:ext uri="{FF2B5EF4-FFF2-40B4-BE49-F238E27FC236}">
                <a16:creationId xmlns:a16="http://schemas.microsoft.com/office/drawing/2014/main" id="{815C4DE1-8382-4271-8DD5-FF00A016B74D}"/>
              </a:ext>
            </a:extLst>
          </p:cNvPr>
          <p:cNvSpPr/>
          <p:nvPr/>
        </p:nvSpPr>
        <p:spPr>
          <a:xfrm>
            <a:off x="297142" y="1092199"/>
            <a:ext cx="5037477" cy="4976117"/>
          </a:xfrm>
          <a:prstGeom prst="verticalScroll">
            <a:avLst/>
          </a:prstGeom>
          <a:noFill/>
          <a:ln w="476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>
                <a:solidFill>
                  <a:srgbClr val="E75F7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34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一个小小的</a:t>
            </a:r>
            <a:r>
              <a:rPr lang="en-US" altLang="zh-CN" sz="34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logo</a:t>
            </a:r>
            <a:r>
              <a:rPr lang="zh-CN" altLang="en-US" sz="34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承载着企业或团体的形象，是企业或团体的精神象征。</a:t>
            </a:r>
            <a:endParaRPr lang="en-US" altLang="zh-CN" sz="34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34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请你参照图形为学校的爱心社团设计一个三维</a:t>
            </a:r>
            <a:r>
              <a:rPr lang="en-US" altLang="zh-CN" sz="34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logo</a:t>
            </a:r>
            <a:r>
              <a:rPr lang="zh-CN" altLang="en-US" sz="34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E590ED43-C563-4CCA-85E8-CC25AC55C6F0}"/>
              </a:ext>
            </a:extLst>
          </p:cNvPr>
          <p:cNvGrpSpPr/>
          <p:nvPr/>
        </p:nvGrpSpPr>
        <p:grpSpPr>
          <a:xfrm>
            <a:off x="5456984" y="3165115"/>
            <a:ext cx="1897135" cy="1919394"/>
            <a:chOff x="5530935" y="2959353"/>
            <a:chExt cx="1797842" cy="1698301"/>
          </a:xfrm>
        </p:grpSpPr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8C673FF3-69DF-4AE4-ACB8-B28D20E2E337}"/>
                </a:ext>
              </a:extLst>
            </p:cNvPr>
            <p:cNvSpPr/>
            <p:nvPr/>
          </p:nvSpPr>
          <p:spPr>
            <a:xfrm>
              <a:off x="7114444" y="4476235"/>
              <a:ext cx="210494" cy="181419"/>
            </a:xfrm>
            <a:prstGeom prst="hexagon">
              <a:avLst>
                <a:gd name="adj" fmla="val 25000"/>
                <a:gd name="vf" fmla="val 115470"/>
              </a:avLst>
            </a:pr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六边形 8">
              <a:extLst>
                <a:ext uri="{FF2B5EF4-FFF2-40B4-BE49-F238E27FC236}">
                  <a16:creationId xmlns:a16="http://schemas.microsoft.com/office/drawing/2014/main" id="{9656AD1D-B7D0-47BA-A059-185E5ABF4B38}"/>
                </a:ext>
              </a:extLst>
            </p:cNvPr>
            <p:cNvSpPr/>
            <p:nvPr/>
          </p:nvSpPr>
          <p:spPr>
            <a:xfrm>
              <a:off x="5530935" y="2959353"/>
              <a:ext cx="1797842" cy="1550054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bg2"/>
            </a:solidFill>
          </p:spPr>
          <p:style>
            <a:lnRef idx="1">
              <a:schemeClr val="accent1"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0" name="六边形 9">
              <a:extLst>
                <a:ext uri="{FF2B5EF4-FFF2-40B4-BE49-F238E27FC236}">
                  <a16:creationId xmlns:a16="http://schemas.microsoft.com/office/drawing/2014/main" id="{97ACA07D-9F16-4CEA-BD5E-4EDF2D9A4D9F}"/>
                </a:ext>
              </a:extLst>
            </p:cNvPr>
            <p:cNvSpPr/>
            <p:nvPr/>
          </p:nvSpPr>
          <p:spPr>
            <a:xfrm>
              <a:off x="6754875" y="4304644"/>
              <a:ext cx="210494" cy="181419"/>
            </a:xfrm>
            <a:prstGeom prst="hexagon">
              <a:avLst>
                <a:gd name="adj" fmla="val 25000"/>
                <a:gd name="vf" fmla="val 115470"/>
              </a:avLst>
            </a:pr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19" name="图片 18" descr="t0105ef74c682fe9ffd (1)">
              <a:extLst>
                <a:ext uri="{FF2B5EF4-FFF2-40B4-BE49-F238E27FC236}">
                  <a16:creationId xmlns:a16="http://schemas.microsoft.com/office/drawing/2014/main" id="{B17BE66B-5654-4049-929F-FDF4DD1B3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72684" y="2982839"/>
              <a:ext cx="1547007" cy="1516448"/>
            </a:xfrm>
            <a:prstGeom prst="rect">
              <a:avLst/>
            </a:prstGeom>
          </p:spPr>
        </p:pic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E0C7D8B-2CD3-41C7-9FF1-4AE558082572}"/>
              </a:ext>
            </a:extLst>
          </p:cNvPr>
          <p:cNvGrpSpPr/>
          <p:nvPr/>
        </p:nvGrpSpPr>
        <p:grpSpPr>
          <a:xfrm>
            <a:off x="7123383" y="2099616"/>
            <a:ext cx="1897135" cy="1977500"/>
            <a:chOff x="7067738" y="2025401"/>
            <a:chExt cx="1797842" cy="1749714"/>
          </a:xfrm>
        </p:grpSpPr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7878420F-1C51-4F3A-A5DB-47878C875108}"/>
                </a:ext>
              </a:extLst>
            </p:cNvPr>
            <p:cNvSpPr/>
            <p:nvPr/>
          </p:nvSpPr>
          <p:spPr>
            <a:xfrm>
              <a:off x="7067738" y="2093616"/>
              <a:ext cx="1797842" cy="1550054"/>
            </a:xfrm>
            <a:custGeom>
              <a:avLst/>
              <a:gdLst>
                <a:gd name="connsiteX0" fmla="*/ 0 w 1797842"/>
                <a:gd name="connsiteY0" fmla="*/ 775027 h 1550054"/>
                <a:gd name="connsiteX1" fmla="*/ 387514 w 1797842"/>
                <a:gd name="connsiteY1" fmla="*/ 0 h 1550054"/>
                <a:gd name="connsiteX2" fmla="*/ 1410329 w 1797842"/>
                <a:gd name="connsiteY2" fmla="*/ 0 h 1550054"/>
                <a:gd name="connsiteX3" fmla="*/ 1797842 w 1797842"/>
                <a:gd name="connsiteY3" fmla="*/ 775027 h 1550054"/>
                <a:gd name="connsiteX4" fmla="*/ 1410329 w 1797842"/>
                <a:gd name="connsiteY4" fmla="*/ 1550054 h 1550054"/>
                <a:gd name="connsiteX5" fmla="*/ 387514 w 1797842"/>
                <a:gd name="connsiteY5" fmla="*/ 1550054 h 1550054"/>
                <a:gd name="connsiteX6" fmla="*/ 0 w 1797842"/>
                <a:gd name="connsiteY6" fmla="*/ 775027 h 1550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97842" h="1550054">
                  <a:moveTo>
                    <a:pt x="0" y="775027"/>
                  </a:moveTo>
                  <a:lnTo>
                    <a:pt x="387514" y="0"/>
                  </a:lnTo>
                  <a:lnTo>
                    <a:pt x="1410329" y="0"/>
                  </a:lnTo>
                  <a:lnTo>
                    <a:pt x="1797842" y="775027"/>
                  </a:lnTo>
                  <a:lnTo>
                    <a:pt x="1410329" y="1550054"/>
                  </a:lnTo>
                  <a:lnTo>
                    <a:pt x="387514" y="1550054"/>
                  </a:lnTo>
                  <a:lnTo>
                    <a:pt x="0" y="775027"/>
                  </a:lnTo>
                  <a:close/>
                </a:path>
              </a:pathLst>
            </a:custGeom>
          </p:spPr>
          <p:style>
            <a:lnRef idx="1">
              <a:schemeClr val="accent1">
                <a:alpha val="90000"/>
                <a:hueOff val="0"/>
                <a:satOff val="0"/>
                <a:lumOff val="0"/>
                <a:alphaOff val="-40000"/>
              </a:schemeClr>
            </a:lnRef>
            <a:fillRef idx="2">
              <a:schemeClr val="accent1">
                <a:alpha val="90000"/>
                <a:hueOff val="0"/>
                <a:satOff val="0"/>
                <a:lumOff val="0"/>
                <a:alphaOff val="-40000"/>
              </a:schemeClr>
            </a:fillRef>
            <a:effectRef idx="1">
              <a:schemeClr val="accent1">
                <a:alpha val="90000"/>
                <a:hueOff val="0"/>
                <a:satOff val="0"/>
                <a:lumOff val="0"/>
                <a:alphaOff val="-40000"/>
              </a:schemeClr>
            </a:effectRef>
            <a:fontRef idx="minor">
              <a:schemeClr val="dk1"/>
            </a:fontRef>
          </p:style>
          <p:txBody>
            <a:bodyPr spcFirstLastPara="0" vert="horz" wrap="square" lIns="278991" tIns="293879" rIns="278991" bIns="293879" numCol="1" spcCol="1270" anchor="ctr" anchorCtr="0">
              <a:noAutofit/>
            </a:bodyPr>
            <a:lstStyle/>
            <a:p>
              <a:pPr marL="0" lvl="0" indent="0" algn="ctr" defTabSz="1866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4200" kern="1200"/>
            </a:p>
          </p:txBody>
        </p:sp>
        <p:sp>
          <p:nvSpPr>
            <p:cNvPr id="16" name="六边形 15">
              <a:extLst>
                <a:ext uri="{FF2B5EF4-FFF2-40B4-BE49-F238E27FC236}">
                  <a16:creationId xmlns:a16="http://schemas.microsoft.com/office/drawing/2014/main" id="{0332718C-01E2-4F0E-B0B6-1292CA079AC8}"/>
                </a:ext>
              </a:extLst>
            </p:cNvPr>
            <p:cNvSpPr/>
            <p:nvPr/>
          </p:nvSpPr>
          <p:spPr>
            <a:xfrm>
              <a:off x="8286560" y="2127197"/>
              <a:ext cx="210494" cy="181419"/>
            </a:xfrm>
            <a:prstGeom prst="hexagon">
              <a:avLst>
                <a:gd name="adj" fmla="val 25000"/>
                <a:gd name="vf" fmla="val 115470"/>
              </a:avLst>
            </a:pr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C33273D3-A267-4C41-848E-E03F0A886105}"/>
                </a:ext>
              </a:extLst>
            </p:cNvPr>
            <p:cNvPicPr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0" b="90000" l="10000" r="94000">
                          <a14:foregroundMark x1="22200" y1="29000" x2="22200" y2="47200"/>
                          <a14:foregroundMark x1="40600" y1="13200" x2="37600" y2="30400"/>
                          <a14:foregroundMark x1="65600" y1="18200" x2="61800" y2="28000"/>
                          <a14:foregroundMark x1="75000" y1="38800" x2="75400" y2="52000"/>
                          <a14:foregroundMark x1="56800" y1="50400" x2="74400" y2="64600"/>
                          <a14:foregroundMark x1="39600" y1="67400" x2="39200" y2="720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21839" y="2025401"/>
              <a:ext cx="1742462" cy="1749714"/>
            </a:xfrm>
            <a:prstGeom prst="rect">
              <a:avLst/>
            </a:prstGeom>
          </p:spPr>
        </p:pic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19D9988E-4C7A-44AC-9361-39F92690FC9F}"/>
              </a:ext>
            </a:extLst>
          </p:cNvPr>
          <p:cNvGrpSpPr/>
          <p:nvPr/>
        </p:nvGrpSpPr>
        <p:grpSpPr>
          <a:xfrm>
            <a:off x="6948183" y="4041038"/>
            <a:ext cx="2342928" cy="2565703"/>
            <a:chOff x="6887123" y="3996275"/>
            <a:chExt cx="2342928" cy="2565703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42F94F2F-0A08-4BB4-8E2B-7D43F77E114B}"/>
                </a:ext>
              </a:extLst>
            </p:cNvPr>
            <p:cNvSpPr/>
            <p:nvPr/>
          </p:nvSpPr>
          <p:spPr>
            <a:xfrm>
              <a:off x="6979139" y="4052463"/>
              <a:ext cx="1995307" cy="1848264"/>
            </a:xfrm>
            <a:custGeom>
              <a:avLst/>
              <a:gdLst>
                <a:gd name="connsiteX0" fmla="*/ 0 w 1797842"/>
                <a:gd name="connsiteY0" fmla="*/ 775027 h 1550054"/>
                <a:gd name="connsiteX1" fmla="*/ 387514 w 1797842"/>
                <a:gd name="connsiteY1" fmla="*/ 0 h 1550054"/>
                <a:gd name="connsiteX2" fmla="*/ 1410329 w 1797842"/>
                <a:gd name="connsiteY2" fmla="*/ 0 h 1550054"/>
                <a:gd name="connsiteX3" fmla="*/ 1797842 w 1797842"/>
                <a:gd name="connsiteY3" fmla="*/ 775027 h 1550054"/>
                <a:gd name="connsiteX4" fmla="*/ 1410329 w 1797842"/>
                <a:gd name="connsiteY4" fmla="*/ 1550054 h 1550054"/>
                <a:gd name="connsiteX5" fmla="*/ 387514 w 1797842"/>
                <a:gd name="connsiteY5" fmla="*/ 1550054 h 1550054"/>
                <a:gd name="connsiteX6" fmla="*/ 0 w 1797842"/>
                <a:gd name="connsiteY6" fmla="*/ 775027 h 1550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97842" h="1550054">
                  <a:moveTo>
                    <a:pt x="0" y="775027"/>
                  </a:moveTo>
                  <a:lnTo>
                    <a:pt x="387514" y="0"/>
                  </a:lnTo>
                  <a:lnTo>
                    <a:pt x="1410329" y="0"/>
                  </a:lnTo>
                  <a:lnTo>
                    <a:pt x="1797842" y="775027"/>
                  </a:lnTo>
                  <a:lnTo>
                    <a:pt x="1410329" y="1550054"/>
                  </a:lnTo>
                  <a:lnTo>
                    <a:pt x="387514" y="1550054"/>
                  </a:lnTo>
                  <a:lnTo>
                    <a:pt x="0" y="775027"/>
                  </a:lnTo>
                  <a:close/>
                </a:path>
              </a:pathLst>
            </a:custGeom>
          </p:spPr>
          <p:style>
            <a:lnRef idx="1">
              <a:schemeClr val="accent1">
                <a:alpha val="90000"/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alpha val="9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278991" tIns="293879" rIns="278991" bIns="293879" numCol="1" spcCol="1270" anchor="ctr" anchorCtr="0">
              <a:noAutofit/>
            </a:bodyPr>
            <a:lstStyle/>
            <a:p>
              <a:pPr marL="0" lvl="0" indent="0" algn="ctr" defTabSz="1866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4200" kern="1200"/>
            </a:p>
          </p:txBody>
        </p:sp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C3E68CA4-19AF-44D3-8E64-857BA2B632D1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0" b="89979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7123" y="3996275"/>
              <a:ext cx="2342928" cy="2565703"/>
            </a:xfrm>
            <a:prstGeom prst="rect">
              <a:avLst/>
            </a:prstGeom>
          </p:spPr>
        </p:pic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B98A5798-99F8-4898-97B3-59400B2D4DF9}"/>
              </a:ext>
            </a:extLst>
          </p:cNvPr>
          <p:cNvGrpSpPr/>
          <p:nvPr/>
        </p:nvGrpSpPr>
        <p:grpSpPr>
          <a:xfrm>
            <a:off x="8776527" y="1224828"/>
            <a:ext cx="1990951" cy="1802998"/>
            <a:chOff x="8599423" y="1246717"/>
            <a:chExt cx="1886747" cy="1595313"/>
          </a:xfrm>
        </p:grpSpPr>
        <p:sp>
          <p:nvSpPr>
            <p:cNvPr id="17" name="六边形 16">
              <a:extLst>
                <a:ext uri="{FF2B5EF4-FFF2-40B4-BE49-F238E27FC236}">
                  <a16:creationId xmlns:a16="http://schemas.microsoft.com/office/drawing/2014/main" id="{89BE1F1F-1ED4-4951-BE77-97D8AE39CCDD}"/>
                </a:ext>
              </a:extLst>
            </p:cNvPr>
            <p:cNvSpPr/>
            <p:nvPr/>
          </p:nvSpPr>
          <p:spPr>
            <a:xfrm>
              <a:off x="8599423" y="1246717"/>
              <a:ext cx="1797842" cy="1550054"/>
            </a:xfrm>
            <a:prstGeom prst="hexagon">
              <a:avLst>
                <a:gd name="adj" fmla="val 25000"/>
                <a:gd name="vf" fmla="val 115470"/>
              </a:avLst>
            </a:prstGeom>
          </p:spPr>
          <p:style>
            <a:lnRef idx="1">
              <a:schemeClr val="accent1">
                <a:alpha val="90000"/>
                <a:hueOff val="0"/>
                <a:satOff val="0"/>
                <a:lumOff val="0"/>
                <a:alphaOff val="-4000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127BE320-6559-44A6-9A66-C22410B328A1}"/>
                </a:ext>
              </a:extLst>
            </p:cNvPr>
            <p:cNvPicPr>
              <a:picLocks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5019" b="92278" l="196" r="94716">
                          <a14:backgroundMark x1="27202" y1="47104" x2="27202" y2="47104"/>
                          <a14:backgroundMark x1="24462" y1="54054" x2="24462" y2="54054"/>
                          <a14:backgroundMark x1="55382" y1="47104" x2="55969" y2="45560"/>
                          <a14:backgroundMark x1="55969" y1="45174" x2="55969" y2="45174"/>
                          <a14:backgroundMark x1="52642" y1="55985" x2="52250" y2="56371"/>
                          <a14:backgroundMark x1="66341" y1="44788" x2="66732" y2="46332"/>
                          <a14:backgroundMark x1="69276" y1="52896" x2="70450" y2="5598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31707" y="1318588"/>
              <a:ext cx="1854463" cy="1523442"/>
            </a:xfrm>
            <a:prstGeom prst="rect">
              <a:avLst/>
            </a:prstGeom>
          </p:spPr>
        </p:pic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E516BC3F-75C4-4D0F-837C-14421DEA83E4}"/>
              </a:ext>
            </a:extLst>
          </p:cNvPr>
          <p:cNvGrpSpPr/>
          <p:nvPr/>
        </p:nvGrpSpPr>
        <p:grpSpPr>
          <a:xfrm>
            <a:off x="8776527" y="2998027"/>
            <a:ext cx="1897135" cy="2004790"/>
            <a:chOff x="8599423" y="2793083"/>
            <a:chExt cx="1797842" cy="1773861"/>
          </a:xfrm>
        </p:grpSpPr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52718AC9-4E51-485F-BC68-64E4A4F61242}"/>
                </a:ext>
              </a:extLst>
            </p:cNvPr>
            <p:cNvSpPr/>
            <p:nvPr/>
          </p:nvSpPr>
          <p:spPr>
            <a:xfrm>
              <a:off x="8599423" y="2940924"/>
              <a:ext cx="1797842" cy="1550054"/>
            </a:xfrm>
            <a:custGeom>
              <a:avLst/>
              <a:gdLst>
                <a:gd name="connsiteX0" fmla="*/ 0 w 1797842"/>
                <a:gd name="connsiteY0" fmla="*/ 775027 h 1550054"/>
                <a:gd name="connsiteX1" fmla="*/ 387514 w 1797842"/>
                <a:gd name="connsiteY1" fmla="*/ 0 h 1550054"/>
                <a:gd name="connsiteX2" fmla="*/ 1410329 w 1797842"/>
                <a:gd name="connsiteY2" fmla="*/ 0 h 1550054"/>
                <a:gd name="connsiteX3" fmla="*/ 1797842 w 1797842"/>
                <a:gd name="connsiteY3" fmla="*/ 775027 h 1550054"/>
                <a:gd name="connsiteX4" fmla="*/ 1410329 w 1797842"/>
                <a:gd name="connsiteY4" fmla="*/ 1550054 h 1550054"/>
                <a:gd name="connsiteX5" fmla="*/ 387514 w 1797842"/>
                <a:gd name="connsiteY5" fmla="*/ 1550054 h 1550054"/>
                <a:gd name="connsiteX6" fmla="*/ 0 w 1797842"/>
                <a:gd name="connsiteY6" fmla="*/ 775027 h 1550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97842" h="1550054">
                  <a:moveTo>
                    <a:pt x="0" y="775027"/>
                  </a:moveTo>
                  <a:lnTo>
                    <a:pt x="387514" y="0"/>
                  </a:lnTo>
                  <a:lnTo>
                    <a:pt x="1410329" y="0"/>
                  </a:lnTo>
                  <a:lnTo>
                    <a:pt x="1797842" y="775027"/>
                  </a:lnTo>
                  <a:lnTo>
                    <a:pt x="1410329" y="1550054"/>
                  </a:lnTo>
                  <a:lnTo>
                    <a:pt x="387514" y="1550054"/>
                  </a:lnTo>
                  <a:lnTo>
                    <a:pt x="0" y="775027"/>
                  </a:lnTo>
                  <a:close/>
                </a:path>
              </a:pathLst>
            </a:custGeom>
          </p:spPr>
          <p:style>
            <a:lnRef idx="1">
              <a:schemeClr val="accent1">
                <a:alpha val="90000"/>
                <a:hueOff val="0"/>
                <a:satOff val="0"/>
                <a:lumOff val="0"/>
                <a:alphaOff val="-20000"/>
              </a:schemeClr>
            </a:lnRef>
            <a:fillRef idx="2">
              <a:schemeClr val="accent1">
                <a:alpha val="90000"/>
                <a:hueOff val="0"/>
                <a:satOff val="0"/>
                <a:lumOff val="0"/>
                <a:alphaOff val="-20000"/>
              </a:schemeClr>
            </a:fillRef>
            <a:effectRef idx="1">
              <a:schemeClr val="accent1">
                <a:alpha val="90000"/>
                <a:hueOff val="0"/>
                <a:satOff val="0"/>
                <a:lumOff val="0"/>
                <a:alphaOff val="-20000"/>
              </a:schemeClr>
            </a:effectRef>
            <a:fontRef idx="minor">
              <a:schemeClr val="dk1"/>
            </a:fontRef>
          </p:style>
          <p:txBody>
            <a:bodyPr spcFirstLastPara="0" vert="horz" wrap="square" lIns="278991" tIns="293879" rIns="278991" bIns="293879" numCol="1" spcCol="1270" anchor="ctr" anchorCtr="0">
              <a:noAutofit/>
            </a:bodyPr>
            <a:lstStyle/>
            <a:p>
              <a:pPr marL="0" lvl="0" indent="0" algn="ctr" defTabSz="1866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4200" kern="1200" dirty="0"/>
            </a:p>
          </p:txBody>
        </p:sp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13D4BF4D-B578-48D3-BD70-A22A75EAD5A8}"/>
                </a:ext>
              </a:extLst>
            </p:cNvPr>
            <p:cNvPicPr>
              <a:picLocks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600" b="100000" l="0" r="100000">
                          <a14:foregroundMark x1="17200" y1="29400" x2="38600" y2="48400"/>
                          <a14:foregroundMark x1="16600" y1="50800" x2="37800" y2="57800"/>
                          <a14:foregroundMark x1="11000" y1="42800" x2="20400" y2="58200"/>
                          <a14:foregroundMark x1="23400" y1="68200" x2="39800" y2="63800"/>
                          <a14:foregroundMark x1="58000" y1="10000" x2="53000" y2="52800"/>
                          <a14:foregroundMark x1="78800" y1="20200" x2="56000" y2="56400"/>
                          <a14:foregroundMark x1="57800" y1="59400" x2="90600" y2="42400"/>
                          <a14:foregroundMark x1="58200" y1="61800" x2="80600" y2="66000"/>
                          <a14:foregroundMark x1="11000" y1="77600" x2="10600" y2="86400"/>
                          <a14:foregroundMark x1="12400" y1="84200" x2="21200" y2="83000"/>
                          <a14:foregroundMark x1="26400" y1="78800" x2="27800" y2="88600"/>
                          <a14:foregroundMark x1="39400" y1="89600" x2="42600" y2="84000"/>
                          <a14:foregroundMark x1="53800" y1="80600" x2="55000" y2="85400"/>
                          <a14:foregroundMark x1="77200" y1="79200" x2="82200" y2="77800"/>
                          <a14:foregroundMark x1="89000" y1="80600" x2="89800" y2="848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14241" y="2793083"/>
              <a:ext cx="1317507" cy="1773861"/>
            </a:xfrm>
            <a:prstGeom prst="rect">
              <a:avLst/>
            </a:prstGeom>
          </p:spPr>
        </p:pic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3EB94C61-5659-4476-9047-D6FBAC5E8CB2}"/>
              </a:ext>
            </a:extLst>
          </p:cNvPr>
          <p:cNvGrpSpPr/>
          <p:nvPr/>
        </p:nvGrpSpPr>
        <p:grpSpPr>
          <a:xfrm>
            <a:off x="10216436" y="4273409"/>
            <a:ext cx="2043640" cy="1974991"/>
            <a:chOff x="10088308" y="3753818"/>
            <a:chExt cx="1936679" cy="1747494"/>
          </a:xfrm>
        </p:grpSpPr>
        <p:sp>
          <p:nvSpPr>
            <p:cNvPr id="13" name="六边形 12">
              <a:extLst>
                <a:ext uri="{FF2B5EF4-FFF2-40B4-BE49-F238E27FC236}">
                  <a16:creationId xmlns:a16="http://schemas.microsoft.com/office/drawing/2014/main" id="{8406DAE3-57DC-44A1-85B0-88D1C53FBEED}"/>
                </a:ext>
              </a:extLst>
            </p:cNvPr>
            <p:cNvSpPr/>
            <p:nvPr/>
          </p:nvSpPr>
          <p:spPr>
            <a:xfrm>
              <a:off x="10131109" y="3791918"/>
              <a:ext cx="1797842" cy="1550054"/>
            </a:xfrm>
            <a:prstGeom prst="hexagon">
              <a:avLst>
                <a:gd name="adj" fmla="val 25000"/>
                <a:gd name="vf" fmla="val 115470"/>
              </a:avLst>
            </a:prstGeom>
          </p:spPr>
          <p:style>
            <a:lnRef idx="1">
              <a:schemeClr val="accent1">
                <a:alpha val="90000"/>
                <a:hueOff val="0"/>
                <a:satOff val="0"/>
                <a:lumOff val="0"/>
                <a:alphaOff val="-2000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六边形 13">
              <a:extLst>
                <a:ext uri="{FF2B5EF4-FFF2-40B4-BE49-F238E27FC236}">
                  <a16:creationId xmlns:a16="http://schemas.microsoft.com/office/drawing/2014/main" id="{CA7C9130-D694-4645-A9E2-5C4F72F67935}"/>
                </a:ext>
              </a:extLst>
            </p:cNvPr>
            <p:cNvSpPr/>
            <p:nvPr/>
          </p:nvSpPr>
          <p:spPr>
            <a:xfrm>
              <a:off x="10177814" y="4476235"/>
              <a:ext cx="210494" cy="181419"/>
            </a:xfrm>
            <a:prstGeom prst="hexagon">
              <a:avLst>
                <a:gd name="adj" fmla="val 25000"/>
                <a:gd name="vf" fmla="val 115470"/>
              </a:avLst>
            </a:pr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ADDB5447-505F-41F2-8623-3AEE56CC8B81}"/>
                </a:ext>
              </a:extLst>
            </p:cNvPr>
            <p:cNvPicPr>
              <a:picLocks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0" b="90000" l="10000" r="94167">
                          <a14:foregroundMark x1="24167" y1="64167" x2="24722" y2="71389"/>
                          <a14:foregroundMark x1="31111" y1="66944" x2="33333" y2="65000"/>
                          <a14:foregroundMark x1="50278" y1="63889" x2="53889" y2="62778"/>
                          <a14:foregroundMark x1="68611" y1="65000" x2="71389" y2="64444"/>
                          <a14:foregroundMark x1="42222" y1="19444" x2="44444" y2="19722"/>
                          <a14:foregroundMark x1="54722" y1="20833" x2="58333" y2="20556"/>
                          <a14:backgroundMark x1="16389" y1="5000" x2="21944" y2="24444"/>
                          <a14:backgroundMark x1="19722" y1="48333" x2="87222" y2="63333"/>
                          <a14:backgroundMark x1="18611" y1="3611" x2="95000" y2="5000"/>
                          <a14:backgroundMark x1="62778" y1="10278" x2="69167" y2="13056"/>
                          <a14:backgroundMark x1="50556" y1="67778" x2="54167" y2="67778"/>
                          <a14:backgroundMark x1="51944" y1="74444" x2="58056" y2="74722"/>
                          <a14:backgroundMark x1="33056" y1="48333" x2="34444" y2="47500"/>
                          <a14:backgroundMark x1="41944" y1="17778" x2="53056" y2="16111"/>
                          <a14:backgroundMark x1="41389" y1="16944" x2="34722" y2="20000"/>
                          <a14:backgroundMark x1="34722" y1="20000" x2="34722" y2="40556"/>
                          <a14:backgroundMark x1="35000" y1="41944" x2="52500" y2="47500"/>
                          <a14:backgroundMark x1="61667" y1="18056" x2="65833" y2="33056"/>
                          <a14:backgroundMark x1="43611" y1="24444" x2="54444" y2="2444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88308" y="3753818"/>
              <a:ext cx="1936679" cy="1747494"/>
            </a:xfrm>
            <a:prstGeom prst="rect">
              <a:avLst/>
            </a:prstGeom>
          </p:spPr>
        </p:pic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68A337F4-C0C7-41F0-BCD2-2F94E06AFF55}"/>
              </a:ext>
            </a:extLst>
          </p:cNvPr>
          <p:cNvSpPr txBox="1"/>
          <p:nvPr/>
        </p:nvSpPr>
        <p:spPr>
          <a:xfrm>
            <a:off x="1595521" y="925502"/>
            <a:ext cx="2440717" cy="76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600" dirty="0">
                <a:solidFill>
                  <a:schemeClr val="accent6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课后练习</a:t>
            </a:r>
          </a:p>
        </p:txBody>
      </p:sp>
    </p:spTree>
    <p:extLst>
      <p:ext uri="{BB962C8B-B14F-4D97-AF65-F5344CB8AC3E}">
        <p14:creationId xmlns:p14="http://schemas.microsoft.com/office/powerpoint/2010/main" val="49200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75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3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2" grpId="0"/>
    </p:bldLst>
  </p:timing>
</p:sld>
</file>

<file path=ppt/theme/theme1.xml><?xml version="1.0" encoding="utf-8"?>
<a:theme xmlns:a="http://schemas.openxmlformats.org/drawingml/2006/main" name="A000120141119A01PPBG">
  <a:themeElements>
    <a:clrScheme name="自定义 259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F03C8D"/>
      </a:accent1>
      <a:accent2>
        <a:srgbClr val="D854BF"/>
      </a:accent2>
      <a:accent3>
        <a:srgbClr val="A158B8"/>
      </a:accent3>
      <a:accent4>
        <a:srgbClr val="945DCB"/>
      </a:accent4>
      <a:accent5>
        <a:srgbClr val="25B9B5"/>
      </a:accent5>
      <a:accent6>
        <a:srgbClr val="66D7F5"/>
      </a:accent6>
      <a:hlink>
        <a:srgbClr val="00B0F0"/>
      </a:hlink>
      <a:folHlink>
        <a:srgbClr val="AFB2B4"/>
      </a:folHlink>
    </a:clrScheme>
    <a:fontScheme name="KSO主题文字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A000120141215A06KPBG</Template>
  <TotalTime>151</TotalTime>
  <Words>45</Words>
  <Application>Microsoft Office PowerPoint</Application>
  <PresentationFormat>宽屏</PresentationFormat>
  <Paragraphs>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华文楷体</vt:lpstr>
      <vt:lpstr>楷体</vt:lpstr>
      <vt:lpstr>Arial</vt:lpstr>
      <vt:lpstr>Arial Black</vt:lpstr>
      <vt:lpstr>Calibri</vt:lpstr>
      <vt:lpstr>Wingdings</vt:lpstr>
      <vt:lpstr>A000120141119A01PPBG</vt:lpstr>
      <vt:lpstr>我实践，我创新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我实践，我创新</dc:title>
  <dc:creator>jia yue</dc:creator>
  <cp:lastModifiedBy>jia yue</cp:lastModifiedBy>
  <cp:revision>9</cp:revision>
  <dcterms:created xsi:type="dcterms:W3CDTF">2020-02-07T13:09:20Z</dcterms:created>
  <dcterms:modified xsi:type="dcterms:W3CDTF">2020-02-15T16:29:51Z</dcterms:modified>
</cp:coreProperties>
</file>