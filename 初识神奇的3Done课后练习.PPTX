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6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612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" t="10705" r="734" b="25261"/>
          <a:stretch/>
        </p:blipFill>
        <p:spPr>
          <a:xfrm>
            <a:off x="2" y="0"/>
            <a:ext cx="12191999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67B3-1F88-4991-A38A-EE06BDE9FBE8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A24D-9C89-4CEE-88DA-518095DFD94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9334" y="1990726"/>
            <a:ext cx="9490589" cy="1345999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00" b="1" i="0">
                <a:ln w="14605">
                  <a:noFill/>
                </a:ln>
                <a:solidFill>
                  <a:srgbClr val="F03C8D"/>
                </a:solidFill>
                <a:effectLst>
                  <a:glow rad="139700">
                    <a:schemeClr val="bg1">
                      <a:alpha val="40000"/>
                    </a:schemeClr>
                  </a:glo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90298" y="4333876"/>
            <a:ext cx="4588661" cy="403225"/>
          </a:xfrm>
          <a:prstGeom prst="roundRect">
            <a:avLst>
              <a:gd name="adj" fmla="val 50000"/>
            </a:avLst>
          </a:prstGeom>
          <a:solidFill>
            <a:srgbClr val="F795C1">
              <a:alpha val="80000"/>
            </a:srgbClr>
          </a:solidFill>
          <a:ln w="19050">
            <a:solidFill>
              <a:srgbClr val="F795C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157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orient="horz" pos="2160">
          <p15:clr>
            <a:srgbClr val="FBAE40"/>
          </p15:clr>
        </p15:guide>
        <p15:guide id="1" pos="662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67B3-1F88-4991-A38A-EE06BDE9FBE8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A24D-9C89-4CEE-88DA-518095DFD9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844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1" y="2034268"/>
            <a:ext cx="10515600" cy="1070339"/>
          </a:xfrm>
        </p:spPr>
        <p:txBody>
          <a:bodyPr anchor="b"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313159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67B3-1F88-4991-A38A-EE06BDE9FBE8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A24D-9C89-4CEE-88DA-518095DFD9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9215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67B3-1F88-4991-A38A-EE06BDE9FBE8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A24D-9C89-4CEE-88DA-518095DFD9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453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67B3-1F88-4991-A38A-EE06BDE9FBE8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A24D-9C89-4CEE-88DA-518095DFD9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698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67B3-1F88-4991-A38A-EE06BDE9FBE8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A24D-9C89-4CEE-88DA-518095DFD9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700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67B3-1F88-4991-A38A-EE06BDE9FBE8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A24D-9C89-4CEE-88DA-518095DFD9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795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67B3-1F88-4991-A38A-EE06BDE9FBE8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A24D-9C89-4CEE-88DA-518095DFD9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179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67B3-1F88-4991-A38A-EE06BDE9FBE8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A24D-9C89-4CEE-88DA-518095DFD9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148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67B3-1F88-4991-A38A-EE06BDE9FBE8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A24D-9C89-4CEE-88DA-518095DFD9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393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67B3-1F88-4991-A38A-EE06BDE9FBE8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2A24D-9C89-4CEE-88DA-518095DFD9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84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" t="13121" r="498" b="23618"/>
          <a:stretch/>
        </p:blipFill>
        <p:spPr>
          <a:xfrm>
            <a:off x="2" y="0"/>
            <a:ext cx="12191999" cy="685800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0" y="876300"/>
            <a:ext cx="12192000" cy="5981699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746" y="184600"/>
            <a:ext cx="10680337" cy="6015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746" y="1304925"/>
            <a:ext cx="10680337" cy="5051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53067B3-1F88-4991-A38A-EE06BDE9FBE8}" type="datetimeFigureOut">
              <a:rPr lang="zh-CN" altLang="en-US" smtClean="0"/>
              <a:t>2020/2/16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3612A24D-9C89-4CEE-88DA-518095DFD94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416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>
              <a:lumMod val="75000"/>
            </a:schemeClr>
          </a:solidFill>
          <a:effectLst>
            <a:glow rad="139700">
              <a:schemeClr val="bg2">
                <a:alpha val="40000"/>
              </a:schemeClr>
            </a:glow>
          </a:effectLst>
          <a:latin typeface="+mj-lt"/>
          <a:ea typeface="+mj-ea"/>
          <a:cs typeface="+mj-cs"/>
        </a:defRPr>
      </a:lvl1pPr>
    </p:titleStyle>
    <p:bodyStyle>
      <a:lvl1pPr marL="357188" indent="-35718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80000"/>
        <a:buFont typeface="Wingdings" panose="05000000000000000000" pitchFamily="2" charset="2"/>
        <a:buChar char="{"/>
        <a:defRPr sz="24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357188" indent="-357188" algn="l" defTabSz="914400" rtl="0" eaLnBrk="1" latinLnBrk="0" hangingPunct="1">
        <a:lnSpc>
          <a:spcPct val="130000"/>
        </a:lnSpc>
        <a:spcBef>
          <a:spcPts val="0"/>
        </a:spcBef>
        <a:buFont typeface="Calibri" panose="020F0502020204030204" pitchFamily="34" charset="0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F4E19FA-FAE7-47A9-AF2B-6EC82394EE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/>
              <a:t>我实践，我创新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1416BB7B-A568-4477-80EE-01B0A05C1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4200" y="3931921"/>
            <a:ext cx="3403600" cy="660400"/>
          </a:xfrm>
        </p:spPr>
        <p:txBody>
          <a:bodyPr>
            <a:normAutofit lnSpcReduction="10000"/>
          </a:bodyPr>
          <a:lstStyle/>
          <a:p>
            <a:r>
              <a:rPr lang="zh-CN" altLang="en-US" sz="2800" dirty="0"/>
              <a:t>课后练习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4095944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7158B-BF0A-48FA-B591-3D7A8559A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873C9D-964C-4674-AB10-737D48AF4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581" y="937895"/>
            <a:ext cx="10680337" cy="2225425"/>
          </a:xfrm>
        </p:spPr>
        <p:txBody>
          <a:bodyPr>
            <a:noAutofit/>
          </a:bodyPr>
          <a:lstStyle/>
          <a:p>
            <a:r>
              <a:rPr lang="zh-CN" altLang="zh-CN" sz="2500" dirty="0">
                <a:latin typeface="华文楷体" panose="02010600040101010101" pitchFamily="2" charset="-122"/>
                <a:ea typeface="华文楷体" panose="02010600040101010101" pitchFamily="2" charset="-122"/>
              </a:rPr>
              <a:t>在我国的南海海域矗立着</a:t>
            </a:r>
            <a:r>
              <a:rPr lang="zh-CN" altLang="en-US" sz="25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一</a:t>
            </a:r>
            <a:r>
              <a:rPr lang="zh-CN" altLang="zh-CN" sz="2500" dirty="0">
                <a:latin typeface="华文楷体" panose="02010600040101010101" pitchFamily="2" charset="-122"/>
                <a:ea typeface="华文楷体" panose="02010600040101010101" pitchFamily="2" charset="-122"/>
              </a:rPr>
              <a:t>座座</a:t>
            </a:r>
            <a:r>
              <a:rPr lang="en-US" altLang="zh-CN" sz="25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“</a:t>
            </a:r>
            <a:r>
              <a:rPr lang="zh-CN" altLang="zh-CN" sz="2500" dirty="0">
                <a:latin typeface="华文楷体" panose="02010600040101010101" pitchFamily="2" charset="-122"/>
                <a:ea typeface="华文楷体" panose="02010600040101010101" pitchFamily="2" charset="-122"/>
              </a:rPr>
              <a:t>海上平安灯</a:t>
            </a:r>
            <a:r>
              <a:rPr lang="en-US" altLang="zh-CN" sz="25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r>
              <a:rPr lang="zh-CN" altLang="zh-CN" sz="25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“ 临高角灯塔”、“木兰头灯塔”、“华阳灯塔”、“赤瓜灯塔”</a:t>
            </a:r>
            <a:r>
              <a:rPr lang="zh-CN" altLang="en-US" sz="2500" dirty="0">
                <a:latin typeface="华文楷体" panose="02010600040101010101" pitchFamily="2" charset="-122"/>
                <a:ea typeface="华文楷体" panose="02010600040101010101" pitchFamily="2" charset="-122"/>
              </a:rPr>
              <a:t>等灯塔</a:t>
            </a:r>
            <a:r>
              <a:rPr lang="zh-CN" altLang="zh-CN" sz="2500" dirty="0">
                <a:latin typeface="华文楷体" panose="02010600040101010101" pitchFamily="2" charset="-122"/>
                <a:ea typeface="华文楷体" panose="02010600040101010101" pitchFamily="2" charset="-122"/>
              </a:rPr>
              <a:t> ，是南海来往航船的</a:t>
            </a:r>
            <a:r>
              <a:rPr lang="en-US" altLang="zh-CN" sz="25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“</a:t>
            </a:r>
            <a:r>
              <a:rPr lang="zh-CN" altLang="zh-CN" sz="2500" dirty="0">
                <a:latin typeface="华文楷体" panose="02010600040101010101" pitchFamily="2" charset="-122"/>
                <a:ea typeface="华文楷体" panose="02010600040101010101" pitchFamily="2" charset="-122"/>
              </a:rPr>
              <a:t>引航使者</a:t>
            </a:r>
            <a:r>
              <a:rPr lang="en-US" altLang="zh-CN" sz="25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r>
              <a:rPr lang="zh-CN" altLang="zh-CN" sz="25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。这些灯塔的建设不但著就了一部海南灯塔的</a:t>
            </a:r>
            <a:r>
              <a:rPr lang="en-US" altLang="zh-CN" sz="25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“</a:t>
            </a:r>
            <a:r>
              <a:rPr lang="zh-CN" altLang="zh-CN" sz="2500" dirty="0">
                <a:latin typeface="华文楷体" panose="02010600040101010101" pitchFamily="2" charset="-122"/>
                <a:ea typeface="华文楷体" panose="02010600040101010101" pitchFamily="2" charset="-122"/>
              </a:rPr>
              <a:t>变迁史</a:t>
            </a:r>
            <a:r>
              <a:rPr lang="en-US" altLang="zh-CN" sz="25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”</a:t>
            </a:r>
            <a:r>
              <a:rPr lang="zh-CN" altLang="zh-CN" sz="25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，更反映出我国国力的不断增强。</a:t>
            </a:r>
            <a:endParaRPr lang="en-US" altLang="zh-CN" sz="25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zh-CN" sz="2500" dirty="0">
                <a:latin typeface="华文楷体" panose="02010600040101010101" pitchFamily="2" charset="-122"/>
                <a:ea typeface="华文楷体" panose="02010600040101010101" pitchFamily="2" charset="-122"/>
              </a:rPr>
              <a:t>请你上网搜索我国海域富有特色的灯塔素材，选择一个 自己喜欢的灯塔并利用</a:t>
            </a:r>
            <a:r>
              <a:rPr lang="en-US" altLang="zh-CN" sz="2500" dirty="0">
                <a:latin typeface="华文楷体" panose="02010600040101010101" pitchFamily="2" charset="-122"/>
                <a:ea typeface="华文楷体" panose="02010600040101010101" pitchFamily="2" charset="-122"/>
              </a:rPr>
              <a:t>3D One</a:t>
            </a:r>
            <a:r>
              <a:rPr lang="zh-CN" altLang="zh-CN" sz="2500" dirty="0">
                <a:latin typeface="华文楷体" panose="02010600040101010101" pitchFamily="2" charset="-122"/>
                <a:ea typeface="华文楷体" panose="02010600040101010101" pitchFamily="2" charset="-122"/>
              </a:rPr>
              <a:t>软件创建模型</a:t>
            </a:r>
            <a:endParaRPr lang="zh-CN" altLang="en-US" sz="25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9C3536E-DE2D-4803-96E3-9A3486CBBDF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63" t="11986" r="18523" b="57388"/>
          <a:stretch/>
        </p:blipFill>
        <p:spPr>
          <a:xfrm>
            <a:off x="10190634" y="3556000"/>
            <a:ext cx="1800000" cy="28634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7A3FABF-5981-4B96-8F6A-BB288CB0E9F7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3" t="11445" r="80222" b="57089"/>
          <a:stretch/>
        </p:blipFill>
        <p:spPr>
          <a:xfrm>
            <a:off x="552581" y="3556000"/>
            <a:ext cx="1800000" cy="28634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BDDE7E2-068F-43FA-812F-B3CA1AE78176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88" t="11666" r="64500" b="57314"/>
          <a:stretch/>
        </p:blipFill>
        <p:spPr>
          <a:xfrm>
            <a:off x="2962094" y="3556000"/>
            <a:ext cx="1800000" cy="28634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40F76AE-564A-4CD4-BC9D-4BC18B2D9208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17" t="11382" r="49212" b="55763"/>
          <a:stretch/>
        </p:blipFill>
        <p:spPr>
          <a:xfrm>
            <a:off x="5371607" y="3556000"/>
            <a:ext cx="1800000" cy="28634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5379887-C7CC-498F-AE38-0FD7892BE3CC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50" t="11428" r="33780" b="56369"/>
          <a:stretch/>
        </p:blipFill>
        <p:spPr>
          <a:xfrm>
            <a:off x="7781120" y="3556000"/>
            <a:ext cx="1800000" cy="286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688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9125AE-8D50-49CB-BC59-8BFA42FA7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下载与注册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2A330F-23E1-4461-99D4-CF020D469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网址</a:t>
            </a:r>
            <a:r>
              <a:rPr lang="en-US" altLang="zh-CN" dirty="0"/>
              <a:t>:www.3Done.com  </a:t>
            </a:r>
            <a:r>
              <a:rPr lang="zh-CN" altLang="en-US" dirty="0"/>
              <a:t>青少年三维创意社区</a:t>
            </a:r>
            <a:endParaRPr lang="en-US" altLang="zh-CN" dirty="0"/>
          </a:p>
          <a:p>
            <a:r>
              <a:rPr lang="zh-CN" altLang="en-US" dirty="0"/>
              <a:t>登录此网站可以下载</a:t>
            </a:r>
            <a:r>
              <a:rPr lang="en-US" altLang="zh-CN" dirty="0"/>
              <a:t>3Done</a:t>
            </a:r>
            <a:r>
              <a:rPr lang="zh-CN" altLang="en-US" dirty="0"/>
              <a:t>软件并注册自己的账户</a:t>
            </a:r>
            <a:endParaRPr lang="en-US" altLang="zh-CN" dirty="0"/>
          </a:p>
          <a:p>
            <a:r>
              <a:rPr lang="zh-CN" altLang="en-US" dirty="0"/>
              <a:t>网站中有各种各样的模型设计，同学们可以进行浏览学习，提高自己的创新思维。</a:t>
            </a:r>
          </a:p>
        </p:txBody>
      </p:sp>
    </p:spTree>
    <p:extLst>
      <p:ext uri="{BB962C8B-B14F-4D97-AF65-F5344CB8AC3E}">
        <p14:creationId xmlns:p14="http://schemas.microsoft.com/office/powerpoint/2010/main" val="489578642"/>
      </p:ext>
    </p:extLst>
  </p:cSld>
  <p:clrMapOvr>
    <a:masterClrMapping/>
  </p:clrMapOvr>
</p:sld>
</file>

<file path=ppt/theme/theme1.xml><?xml version="1.0" encoding="utf-8"?>
<a:theme xmlns:a="http://schemas.openxmlformats.org/drawingml/2006/main" name="A000120141119A01PPBG">
  <a:themeElements>
    <a:clrScheme name="自定义 259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F03C8D"/>
      </a:accent1>
      <a:accent2>
        <a:srgbClr val="D854BF"/>
      </a:accent2>
      <a:accent3>
        <a:srgbClr val="A158B8"/>
      </a:accent3>
      <a:accent4>
        <a:srgbClr val="945DCB"/>
      </a:accent4>
      <a:accent5>
        <a:srgbClr val="25B9B5"/>
      </a:accent5>
      <a:accent6>
        <a:srgbClr val="66D7F5"/>
      </a:accent6>
      <a:hlink>
        <a:srgbClr val="00B0F0"/>
      </a:hlink>
      <a:folHlink>
        <a:srgbClr val="AFB2B4"/>
      </a:folHlink>
    </a:clrScheme>
    <a:fontScheme name="KSO主题文字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A000120141215A06KPBG</Template>
  <TotalTime>151</TotalTime>
  <Words>144</Words>
  <Application>Microsoft Office PowerPoint</Application>
  <PresentationFormat>宽屏</PresentationFormat>
  <Paragraphs>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华文楷体</vt:lpstr>
      <vt:lpstr>Arial</vt:lpstr>
      <vt:lpstr>Arial Black</vt:lpstr>
      <vt:lpstr>Calibri</vt:lpstr>
      <vt:lpstr>Wingdings</vt:lpstr>
      <vt:lpstr>A000120141119A01PPBG</vt:lpstr>
      <vt:lpstr>我实践，我创新</vt:lpstr>
      <vt:lpstr>课后练习</vt:lpstr>
      <vt:lpstr>下载与注册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我实践，我创新</dc:title>
  <dc:creator>jia yue</dc:creator>
  <cp:lastModifiedBy>jia yue</cp:lastModifiedBy>
  <cp:revision>9</cp:revision>
  <dcterms:created xsi:type="dcterms:W3CDTF">2020-02-07T13:09:20Z</dcterms:created>
  <dcterms:modified xsi:type="dcterms:W3CDTF">2020-02-15T16:33:28Z</dcterms:modified>
</cp:coreProperties>
</file>